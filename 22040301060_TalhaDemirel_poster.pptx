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 id="2147483672" r:id="rId3"/>
  </p:sldMasterIdLst>
  <p:notesMasterIdLst>
    <p:notesMasterId r:id="rId5"/>
  </p:notesMasterIdLst>
  <p:sldIdLst>
    <p:sldId id="256" r:id="rId4"/>
  </p:sldIdLst>
  <p:sldSz cx="25192038" cy="35999738"/>
  <p:notesSz cx="6858000" cy="9144000"/>
  <p:embeddedFontLst>
    <p:embeddedFont>
      <p:font typeface="Arial Black" panose="020B0A04020102020204" pitchFamily="34" charset="0"/>
      <p:regular r:id="rId6"/>
      <p:bold r:id="rId7"/>
    </p:embeddedFont>
    <p:embeddedFont>
      <p:font typeface="Arial Narrow" panose="020B0606020202030204" pitchFamily="34" charset="0"/>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362">
          <p15:clr>
            <a:srgbClr val="A4A3A4"/>
          </p15:clr>
        </p15:guide>
        <p15:guide id="2" pos="1653">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5" roundtripDataSignature="AMtx7mhgT7uooDRQ1PwEHlEEEcZK1X5P2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55D9319-DA72-4808-981E-F1AB7DF04885}">
  <a:tblStyle styleId="{B55D9319-DA72-4808-981E-F1AB7DF0488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chemeClr val="accent1"/>
          </a:solidFill>
        </a:fill>
      </a:tcStyle>
    </a:wholeTbl>
    <a:band1H>
      <a:tcTxStyle/>
      <a:tcStyle>
        <a:tcBdr/>
        <a:fill>
          <a:solidFill>
            <a:schemeClr val="accent1"/>
          </a:solidFill>
        </a:fill>
      </a:tcStyle>
    </a:band1H>
    <a:band2H>
      <a:tcTxStyle/>
      <a:tcStyle>
        <a:tcBdr/>
      </a:tcStyle>
    </a:band2H>
    <a:band1V>
      <a:tcTxStyle/>
      <a:tcStyle>
        <a:tcBdr/>
        <a:fill>
          <a:solidFill>
            <a:schemeClr val="accent1"/>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5" d="100"/>
          <a:sy n="25" d="100"/>
        </p:scale>
        <p:origin x="2814" y="-996"/>
      </p:cViewPr>
      <p:guideLst>
        <p:guide orient="horz" pos="2362"/>
        <p:guide pos="1653"/>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font" Target="fonts/font2.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notesMaster" Target="notesMasters/notesMaster1.xml"/><Relationship Id="rId15" Type="http://customschemas.google.com/relationships/presentationmetadata" Target="metadata"/><Relationship Id="rId10" Type="http://schemas.openxmlformats.org/officeDocument/2006/relationships/font" Target="fonts/font5.fntdata"/><Relationship Id="rId19"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3" name="Google Shape;3;n"/>
          <p:cNvSpPr/>
          <p:nvPr/>
        </p:nvSpPr>
        <p:spPr>
          <a:xfrm>
            <a:off x="0" y="0"/>
            <a:ext cx="6858000" cy="9144000"/>
          </a:xfrm>
          <a:prstGeom prst="roundRect">
            <a:avLst>
              <a:gd name="adj" fmla="val 23"/>
            </a:avLst>
          </a:pr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
        <p:nvSpPr>
          <p:cNvPr id="4" name="Google Shape;4;n"/>
          <p:cNvSpPr/>
          <p:nvPr/>
        </p:nvSpPr>
        <p:spPr>
          <a:xfrm>
            <a:off x="0" y="0"/>
            <a:ext cx="6858000" cy="9144000"/>
          </a:xfrm>
          <a:prstGeom prst="roundRect">
            <a:avLst>
              <a:gd name="adj" fmla="val 23"/>
            </a:avLst>
          </a:pr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
        <p:nvSpPr>
          <p:cNvPr id="5" name="Google Shape;5;n"/>
          <p:cNvSpPr/>
          <p:nvPr/>
        </p:nvSpPr>
        <p:spPr>
          <a:xfrm>
            <a:off x="0" y="0"/>
            <a:ext cx="6858000" cy="9144000"/>
          </a:xfrm>
          <a:prstGeom prst="roundRect">
            <a:avLst>
              <a:gd name="adj" fmla="val 23"/>
            </a:avLst>
          </a:pr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
        <p:nvSpPr>
          <p:cNvPr id="6" name="Google Shape;6;n"/>
          <p:cNvSpPr/>
          <p:nvPr/>
        </p:nvSpPr>
        <p:spPr>
          <a:xfrm>
            <a:off x="0" y="0"/>
            <a:ext cx="6858000" cy="9144000"/>
          </a:xfrm>
          <a:prstGeom prst="roundRect">
            <a:avLst>
              <a:gd name="adj" fmla="val 23"/>
            </a:avLst>
          </a:pr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
        <p:nvSpPr>
          <p:cNvPr id="7" name="Google Shape;7;n"/>
          <p:cNvSpPr txBox="1"/>
          <p:nvPr/>
        </p:nvSpPr>
        <p:spPr>
          <a:xfrm>
            <a:off x="0" y="0"/>
            <a:ext cx="2967038" cy="4524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
        <p:nvSpPr>
          <p:cNvPr id="8" name="Google Shape;8;n"/>
          <p:cNvSpPr txBox="1"/>
          <p:nvPr/>
        </p:nvSpPr>
        <p:spPr>
          <a:xfrm>
            <a:off x="3884613" y="0"/>
            <a:ext cx="2967037" cy="4524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
        <p:nvSpPr>
          <p:cNvPr id="9" name="Google Shape;9;n"/>
          <p:cNvSpPr>
            <a:spLocks noGrp="1" noRot="1" noChangeAspect="1"/>
          </p:cNvSpPr>
          <p:nvPr>
            <p:ph type="sldImg" idx="2"/>
          </p:nvPr>
        </p:nvSpPr>
        <p:spPr>
          <a:xfrm>
            <a:off x="2228850" y="685800"/>
            <a:ext cx="2393950" cy="34226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sq" cmpd="sng">
            <a:solidFill>
              <a:srgbClr val="000000"/>
            </a:solidFill>
            <a:prstDash val="solid"/>
            <a:miter lim="8000"/>
            <a:headEnd type="none" w="sm" len="sm"/>
            <a:tailEnd type="none" w="sm" len="sm"/>
          </a:ln>
        </p:spPr>
      </p:sp>
      <p:sp>
        <p:nvSpPr>
          <p:cNvPr id="10" name="Google Shape;10;n"/>
          <p:cNvSpPr txBox="1">
            <a:spLocks noGrp="1"/>
          </p:cNvSpPr>
          <p:nvPr>
            <p:ph type="body" idx="1"/>
          </p:nvPr>
        </p:nvSpPr>
        <p:spPr>
          <a:xfrm>
            <a:off x="685800" y="4343400"/>
            <a:ext cx="5480050" cy="4108450"/>
          </a:xfrm>
          <a:prstGeom prst="rect">
            <a:avLst/>
          </a:prstGeom>
          <a:noFill/>
          <a:ln>
            <a:noFill/>
          </a:ln>
        </p:spPr>
        <p:txBody>
          <a:bodyPr spcFirstLastPara="1" wrap="square" lIns="90000" tIns="46800" rIns="90000" bIns="46800" anchor="t" anchorCtr="0">
            <a:noAutofit/>
          </a:bodyPr>
          <a:lstStyle>
            <a:lvl1pPr marL="457200" marR="0" lvl="0" indent="-228600" algn="l" rtl="0">
              <a:spcBef>
                <a:spcPts val="360"/>
              </a:spcBef>
              <a:spcAft>
                <a:spcPts val="0"/>
              </a:spcAft>
              <a:buSzPts val="1400"/>
              <a:buNone/>
              <a:defRPr sz="1200" b="0" i="0" u="none" strike="noStrike" cap="none">
                <a:solidFill>
                  <a:srgbClr val="000000"/>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rgbClr val="000000"/>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rgbClr val="000000"/>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rgbClr val="000000"/>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rgbClr val="000000"/>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11" name="Google Shape;11;n"/>
          <p:cNvSpPr txBox="1"/>
          <p:nvPr/>
        </p:nvSpPr>
        <p:spPr>
          <a:xfrm>
            <a:off x="0" y="8685213"/>
            <a:ext cx="2967038" cy="45243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
        <p:nvSpPr>
          <p:cNvPr id="12" name="Google Shape;12;n"/>
          <p:cNvSpPr txBox="1">
            <a:spLocks noGrp="1"/>
          </p:cNvSpPr>
          <p:nvPr>
            <p:ph type="sldNum" idx="12"/>
          </p:nvPr>
        </p:nvSpPr>
        <p:spPr>
          <a:xfrm>
            <a:off x="3884613" y="8685213"/>
            <a:ext cx="2965450" cy="4508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Arial"/>
              <a:buNone/>
            </a:pPr>
            <a:fld id="{00000000-1234-1234-1234-123412341234}" type="slidenum">
              <a:rPr lang="tr-TR" sz="1200" b="0" i="0" u="none" strike="noStrike" cap="none">
                <a:solidFill>
                  <a:srgbClr val="000000"/>
                </a:solidFill>
                <a:latin typeface="Arial"/>
                <a:ea typeface="Arial"/>
                <a:cs typeface="Arial"/>
                <a:sym typeface="Arial"/>
              </a:rPr>
              <a:t>‹#›</a:t>
            </a:fld>
            <a:endParaRPr sz="12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notes"/>
          <p:cNvSpPr txBox="1">
            <a:spLocks noGrp="1"/>
          </p:cNvSpPr>
          <p:nvPr>
            <p:ph type="sldNum" idx="12"/>
          </p:nvPr>
        </p:nvSpPr>
        <p:spPr>
          <a:xfrm>
            <a:off x="3884613" y="8685213"/>
            <a:ext cx="2965450" cy="4508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tr-TR" sz="1200" b="0" i="0" u="none" strike="noStrike" cap="none">
                <a:solidFill>
                  <a:srgbClr val="000000"/>
                </a:solidFill>
                <a:latin typeface="Arial"/>
                <a:ea typeface="Arial"/>
                <a:cs typeface="Arial"/>
                <a:sym typeface="Arial"/>
              </a:rPr>
              <a:t>1</a:t>
            </a:fld>
            <a:endParaRPr sz="1200" b="0" i="0" u="none" strike="noStrike" cap="none">
              <a:solidFill>
                <a:srgbClr val="000000"/>
              </a:solidFill>
              <a:latin typeface="Arial"/>
              <a:ea typeface="Arial"/>
              <a:cs typeface="Arial"/>
              <a:sym typeface="Arial"/>
            </a:endParaRPr>
          </a:p>
        </p:txBody>
      </p:sp>
      <p:sp>
        <p:nvSpPr>
          <p:cNvPr id="180" name="Google Shape;180;p1:notes"/>
          <p:cNvSpPr txBox="1"/>
          <p:nvPr/>
        </p:nvSpPr>
        <p:spPr>
          <a:xfrm>
            <a:off x="3884613" y="8685213"/>
            <a:ext cx="2967037" cy="452437"/>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tr-TR" sz="1200" b="0" i="0" u="none" strike="noStrike" cap="none">
                <a:solidFill>
                  <a:srgbClr val="000000"/>
                </a:solidFill>
                <a:latin typeface="Arial"/>
                <a:ea typeface="Arial"/>
                <a:cs typeface="Arial"/>
                <a:sym typeface="Arial"/>
              </a:rPr>
              <a:t>1</a:t>
            </a:fld>
            <a:endParaRPr sz="1200" b="0" i="0" u="none" strike="noStrike" cap="none">
              <a:solidFill>
                <a:srgbClr val="000000"/>
              </a:solidFill>
              <a:latin typeface="Arial"/>
              <a:ea typeface="Arial"/>
              <a:cs typeface="Arial"/>
              <a:sym typeface="Arial"/>
            </a:endParaRPr>
          </a:p>
        </p:txBody>
      </p:sp>
      <p:sp>
        <p:nvSpPr>
          <p:cNvPr id="181" name="Google Shape;181;p1:notes"/>
          <p:cNvSpPr>
            <a:spLocks noGrp="1" noRot="1" noChangeAspect="1"/>
          </p:cNvSpPr>
          <p:nvPr>
            <p:ph type="sldImg" idx="2"/>
          </p:nvPr>
        </p:nvSpPr>
        <p:spPr>
          <a:xfrm>
            <a:off x="2228850" y="685800"/>
            <a:ext cx="24003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82" name="Google Shape;182;p1:notes"/>
          <p:cNvSpPr txBo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
        <p:nvSpPr>
          <p:cNvPr id="183" name="Google Shape;183;p1:notes"/>
          <p:cNvSpPr txBox="1">
            <a:spLocks noGrp="1"/>
          </p:cNvSpPr>
          <p:nvPr>
            <p:ph type="body" idx="1"/>
          </p:nvPr>
        </p:nvSpPr>
        <p:spPr>
          <a:xfrm>
            <a:off x="685800" y="4343400"/>
            <a:ext cx="5480050" cy="4108450"/>
          </a:xfrm>
          <a:prstGeom prst="rect">
            <a:avLst/>
          </a:prstGeom>
          <a:noFill/>
          <a:ln>
            <a:noFill/>
          </a:ln>
        </p:spPr>
        <p:txBody>
          <a:bodyPr spcFirstLastPara="1" wrap="square" lIns="90000" tIns="46800" rIns="90000" bIns="468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oş" type="blank">
  <p:cSld name="BLANK">
    <p:spTree>
      <p:nvGrpSpPr>
        <p:cNvPr id="1" name="Shape 19"/>
        <p:cNvGrpSpPr/>
        <p:nvPr/>
      </p:nvGrpSpPr>
      <p:grpSpPr>
        <a:xfrm>
          <a:off x="0" y="0"/>
          <a:ext cx="0" cy="0"/>
          <a:chOff x="0" y="0"/>
          <a:chExt cx="0" cy="0"/>
        </a:xfrm>
      </p:grpSpPr>
      <p:sp>
        <p:nvSpPr>
          <p:cNvPr id="20" name="Google Shape;20;p3"/>
          <p:cNvSpPr txBox="1">
            <a:spLocks noGrp="1"/>
          </p:cNvSpPr>
          <p:nvPr>
            <p:ph type="dt" idx="10"/>
          </p:nvPr>
        </p:nvSpPr>
        <p:spPr>
          <a:xfrm>
            <a:off x="1731963" y="33366075"/>
            <a:ext cx="5668962" cy="19177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8345488" y="33366075"/>
            <a:ext cx="8501062" cy="19177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17791113" y="33366075"/>
            <a:ext cx="5668962" cy="19177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3306" b="0" i="0" u="none" strike="noStrike" cap="none">
                <a:solidFill>
                  <a:srgbClr val="888888"/>
                </a:solidFill>
                <a:latin typeface="Arial"/>
                <a:ea typeface="Arial"/>
                <a:cs typeface="Arial"/>
                <a:sym typeface="Arial"/>
              </a:defRPr>
            </a:lvl1pPr>
            <a:lvl2pPr marL="0" marR="0" lvl="1" indent="0" algn="r">
              <a:spcBef>
                <a:spcPts val="0"/>
              </a:spcBef>
              <a:spcAft>
                <a:spcPts val="0"/>
              </a:spcAft>
              <a:buNone/>
              <a:defRPr sz="3306" b="0" i="0" u="none" strike="noStrike" cap="none">
                <a:solidFill>
                  <a:srgbClr val="888888"/>
                </a:solidFill>
                <a:latin typeface="Arial"/>
                <a:ea typeface="Arial"/>
                <a:cs typeface="Arial"/>
                <a:sym typeface="Arial"/>
              </a:defRPr>
            </a:lvl2pPr>
            <a:lvl3pPr marL="0" marR="0" lvl="2" indent="0" algn="r">
              <a:spcBef>
                <a:spcPts val="0"/>
              </a:spcBef>
              <a:spcAft>
                <a:spcPts val="0"/>
              </a:spcAft>
              <a:buNone/>
              <a:defRPr sz="3306" b="0" i="0" u="none" strike="noStrike" cap="none">
                <a:solidFill>
                  <a:srgbClr val="888888"/>
                </a:solidFill>
                <a:latin typeface="Arial"/>
                <a:ea typeface="Arial"/>
                <a:cs typeface="Arial"/>
                <a:sym typeface="Arial"/>
              </a:defRPr>
            </a:lvl3pPr>
            <a:lvl4pPr marL="0" marR="0" lvl="3" indent="0" algn="r">
              <a:spcBef>
                <a:spcPts val="0"/>
              </a:spcBef>
              <a:spcAft>
                <a:spcPts val="0"/>
              </a:spcAft>
              <a:buNone/>
              <a:defRPr sz="3306" b="0" i="0" u="none" strike="noStrike" cap="none">
                <a:solidFill>
                  <a:srgbClr val="888888"/>
                </a:solidFill>
                <a:latin typeface="Arial"/>
                <a:ea typeface="Arial"/>
                <a:cs typeface="Arial"/>
                <a:sym typeface="Arial"/>
              </a:defRPr>
            </a:lvl4pPr>
            <a:lvl5pPr marL="0" marR="0" lvl="4" indent="0" algn="r">
              <a:spcBef>
                <a:spcPts val="0"/>
              </a:spcBef>
              <a:spcAft>
                <a:spcPts val="0"/>
              </a:spcAft>
              <a:buNone/>
              <a:defRPr sz="3306" b="0" i="0" u="none" strike="noStrike" cap="none">
                <a:solidFill>
                  <a:srgbClr val="888888"/>
                </a:solidFill>
                <a:latin typeface="Arial"/>
                <a:ea typeface="Arial"/>
                <a:cs typeface="Arial"/>
                <a:sym typeface="Arial"/>
              </a:defRPr>
            </a:lvl5pPr>
            <a:lvl6pPr marL="0" marR="0" lvl="5" indent="0" algn="r">
              <a:spcBef>
                <a:spcPts val="0"/>
              </a:spcBef>
              <a:spcAft>
                <a:spcPts val="0"/>
              </a:spcAft>
              <a:buNone/>
              <a:defRPr sz="3306" b="0" i="0" u="none" strike="noStrike" cap="none">
                <a:solidFill>
                  <a:srgbClr val="888888"/>
                </a:solidFill>
                <a:latin typeface="Arial"/>
                <a:ea typeface="Arial"/>
                <a:cs typeface="Arial"/>
                <a:sym typeface="Arial"/>
              </a:defRPr>
            </a:lvl6pPr>
            <a:lvl7pPr marL="0" marR="0" lvl="6" indent="0" algn="r">
              <a:spcBef>
                <a:spcPts val="0"/>
              </a:spcBef>
              <a:spcAft>
                <a:spcPts val="0"/>
              </a:spcAft>
              <a:buNone/>
              <a:defRPr sz="3306" b="0" i="0" u="none" strike="noStrike" cap="none">
                <a:solidFill>
                  <a:srgbClr val="888888"/>
                </a:solidFill>
                <a:latin typeface="Arial"/>
                <a:ea typeface="Arial"/>
                <a:cs typeface="Arial"/>
                <a:sym typeface="Arial"/>
              </a:defRPr>
            </a:lvl7pPr>
            <a:lvl8pPr marL="0" marR="0" lvl="7" indent="0" algn="r">
              <a:spcBef>
                <a:spcPts val="0"/>
              </a:spcBef>
              <a:spcAft>
                <a:spcPts val="0"/>
              </a:spcAft>
              <a:buNone/>
              <a:defRPr sz="3306" b="0" i="0" u="none" strike="noStrike" cap="none">
                <a:solidFill>
                  <a:srgbClr val="888888"/>
                </a:solidFill>
                <a:latin typeface="Arial"/>
                <a:ea typeface="Arial"/>
                <a:cs typeface="Arial"/>
                <a:sym typeface="Arial"/>
              </a:defRPr>
            </a:lvl8pPr>
            <a:lvl9pPr marL="0" marR="0" lvl="8" indent="0" algn="r">
              <a:spcBef>
                <a:spcPts val="0"/>
              </a:spcBef>
              <a:spcAft>
                <a:spcPts val="0"/>
              </a:spcAft>
              <a:buNone/>
              <a:defRPr sz="3306"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aşlık Slaydı" type="title">
  <p:cSld name="TITLE">
    <p:spTree>
      <p:nvGrpSpPr>
        <p:cNvPr id="1" name="Shape 23"/>
        <p:cNvGrpSpPr/>
        <p:nvPr/>
      </p:nvGrpSpPr>
      <p:grpSpPr>
        <a:xfrm>
          <a:off x="0" y="0"/>
          <a:ext cx="0" cy="0"/>
          <a:chOff x="0" y="0"/>
          <a:chExt cx="0" cy="0"/>
        </a:xfrm>
      </p:grpSpPr>
      <p:sp>
        <p:nvSpPr>
          <p:cNvPr id="24" name="Google Shape;24;p4"/>
          <p:cNvSpPr txBox="1">
            <a:spLocks noGrp="1"/>
          </p:cNvSpPr>
          <p:nvPr>
            <p:ph type="ctrTitle"/>
          </p:nvPr>
        </p:nvSpPr>
        <p:spPr>
          <a:xfrm>
            <a:off x="1889403" y="5891626"/>
            <a:ext cx="21413232" cy="12533242"/>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1400"/>
              <a:buNone/>
              <a:defRPr sz="1653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5" name="Google Shape;25;p4"/>
          <p:cNvSpPr txBox="1">
            <a:spLocks noGrp="1"/>
          </p:cNvSpPr>
          <p:nvPr>
            <p:ph type="subTitle" idx="1"/>
          </p:nvPr>
        </p:nvSpPr>
        <p:spPr>
          <a:xfrm>
            <a:off x="3149005" y="18908198"/>
            <a:ext cx="18894029" cy="8691601"/>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2750"/>
              </a:spcBef>
              <a:spcAft>
                <a:spcPts val="0"/>
              </a:spcAft>
              <a:buClr>
                <a:schemeClr val="dk1"/>
              </a:buClr>
              <a:buSzPts val="6612"/>
              <a:buNone/>
              <a:defRPr sz="6612"/>
            </a:lvl1pPr>
            <a:lvl2pPr lvl="1" algn="ctr">
              <a:lnSpc>
                <a:spcPct val="90000"/>
              </a:lnSpc>
              <a:spcBef>
                <a:spcPts val="1375"/>
              </a:spcBef>
              <a:spcAft>
                <a:spcPts val="0"/>
              </a:spcAft>
              <a:buClr>
                <a:schemeClr val="dk1"/>
              </a:buClr>
              <a:buSzPts val="5510"/>
              <a:buNone/>
              <a:defRPr sz="5510"/>
            </a:lvl2pPr>
            <a:lvl3pPr lvl="2" algn="ctr">
              <a:lnSpc>
                <a:spcPct val="90000"/>
              </a:lnSpc>
              <a:spcBef>
                <a:spcPts val="1375"/>
              </a:spcBef>
              <a:spcAft>
                <a:spcPts val="0"/>
              </a:spcAft>
              <a:buClr>
                <a:schemeClr val="dk1"/>
              </a:buClr>
              <a:buSzPts val="4959"/>
              <a:buNone/>
              <a:defRPr sz="4959"/>
            </a:lvl3pPr>
            <a:lvl4pPr lvl="3" algn="ctr">
              <a:lnSpc>
                <a:spcPct val="90000"/>
              </a:lnSpc>
              <a:spcBef>
                <a:spcPts val="1375"/>
              </a:spcBef>
              <a:spcAft>
                <a:spcPts val="0"/>
              </a:spcAft>
              <a:buClr>
                <a:schemeClr val="dk1"/>
              </a:buClr>
              <a:buSzPts val="4408"/>
              <a:buNone/>
              <a:defRPr sz="4408"/>
            </a:lvl4pPr>
            <a:lvl5pPr lvl="4" algn="ctr">
              <a:lnSpc>
                <a:spcPct val="90000"/>
              </a:lnSpc>
              <a:spcBef>
                <a:spcPts val="1375"/>
              </a:spcBef>
              <a:spcAft>
                <a:spcPts val="0"/>
              </a:spcAft>
              <a:buClr>
                <a:schemeClr val="dk1"/>
              </a:buClr>
              <a:buSzPts val="4408"/>
              <a:buNone/>
              <a:defRPr sz="4408"/>
            </a:lvl5pPr>
            <a:lvl6pPr lvl="5" algn="ctr">
              <a:lnSpc>
                <a:spcPct val="90000"/>
              </a:lnSpc>
              <a:spcBef>
                <a:spcPts val="1378"/>
              </a:spcBef>
              <a:spcAft>
                <a:spcPts val="0"/>
              </a:spcAft>
              <a:buClr>
                <a:schemeClr val="dk1"/>
              </a:buClr>
              <a:buSzPts val="4408"/>
              <a:buNone/>
              <a:defRPr sz="4408"/>
            </a:lvl6pPr>
            <a:lvl7pPr lvl="6" algn="ctr">
              <a:lnSpc>
                <a:spcPct val="90000"/>
              </a:lnSpc>
              <a:spcBef>
                <a:spcPts val="1378"/>
              </a:spcBef>
              <a:spcAft>
                <a:spcPts val="0"/>
              </a:spcAft>
              <a:buClr>
                <a:schemeClr val="dk1"/>
              </a:buClr>
              <a:buSzPts val="4408"/>
              <a:buNone/>
              <a:defRPr sz="4408"/>
            </a:lvl7pPr>
            <a:lvl8pPr lvl="7" algn="ctr">
              <a:lnSpc>
                <a:spcPct val="90000"/>
              </a:lnSpc>
              <a:spcBef>
                <a:spcPts val="1378"/>
              </a:spcBef>
              <a:spcAft>
                <a:spcPts val="0"/>
              </a:spcAft>
              <a:buClr>
                <a:schemeClr val="dk1"/>
              </a:buClr>
              <a:buSzPts val="4408"/>
              <a:buNone/>
              <a:defRPr sz="4408"/>
            </a:lvl8pPr>
            <a:lvl9pPr lvl="8" algn="ctr">
              <a:lnSpc>
                <a:spcPct val="90000"/>
              </a:lnSpc>
              <a:spcBef>
                <a:spcPts val="1378"/>
              </a:spcBef>
              <a:spcAft>
                <a:spcPts val="0"/>
              </a:spcAft>
              <a:buClr>
                <a:schemeClr val="dk1"/>
              </a:buClr>
              <a:buSzPts val="4408"/>
              <a:buNone/>
              <a:defRPr sz="4408"/>
            </a:lvl9pPr>
          </a:lstStyle>
          <a:p>
            <a:endParaRPr/>
          </a:p>
        </p:txBody>
      </p:sp>
      <p:sp>
        <p:nvSpPr>
          <p:cNvPr id="26" name="Google Shape;26;p4"/>
          <p:cNvSpPr txBox="1">
            <a:spLocks noGrp="1"/>
          </p:cNvSpPr>
          <p:nvPr>
            <p:ph type="dt" idx="10"/>
          </p:nvPr>
        </p:nvSpPr>
        <p:spPr>
          <a:xfrm>
            <a:off x="1731963" y="33366075"/>
            <a:ext cx="5668962" cy="19177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8345488" y="33366075"/>
            <a:ext cx="8501062" cy="19177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17791113" y="33366075"/>
            <a:ext cx="5668962" cy="19177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3306" b="0" i="0" u="none" strike="noStrike" cap="none">
                <a:solidFill>
                  <a:srgbClr val="888888"/>
                </a:solidFill>
                <a:latin typeface="Arial"/>
                <a:ea typeface="Arial"/>
                <a:cs typeface="Arial"/>
                <a:sym typeface="Arial"/>
              </a:defRPr>
            </a:lvl1pPr>
            <a:lvl2pPr marL="0" marR="0" lvl="1" indent="0" algn="r">
              <a:spcBef>
                <a:spcPts val="0"/>
              </a:spcBef>
              <a:spcAft>
                <a:spcPts val="0"/>
              </a:spcAft>
              <a:buNone/>
              <a:defRPr sz="3306" b="0" i="0" u="none" strike="noStrike" cap="none">
                <a:solidFill>
                  <a:srgbClr val="888888"/>
                </a:solidFill>
                <a:latin typeface="Arial"/>
                <a:ea typeface="Arial"/>
                <a:cs typeface="Arial"/>
                <a:sym typeface="Arial"/>
              </a:defRPr>
            </a:lvl2pPr>
            <a:lvl3pPr marL="0" marR="0" lvl="2" indent="0" algn="r">
              <a:spcBef>
                <a:spcPts val="0"/>
              </a:spcBef>
              <a:spcAft>
                <a:spcPts val="0"/>
              </a:spcAft>
              <a:buNone/>
              <a:defRPr sz="3306" b="0" i="0" u="none" strike="noStrike" cap="none">
                <a:solidFill>
                  <a:srgbClr val="888888"/>
                </a:solidFill>
                <a:latin typeface="Arial"/>
                <a:ea typeface="Arial"/>
                <a:cs typeface="Arial"/>
                <a:sym typeface="Arial"/>
              </a:defRPr>
            </a:lvl3pPr>
            <a:lvl4pPr marL="0" marR="0" lvl="3" indent="0" algn="r">
              <a:spcBef>
                <a:spcPts val="0"/>
              </a:spcBef>
              <a:spcAft>
                <a:spcPts val="0"/>
              </a:spcAft>
              <a:buNone/>
              <a:defRPr sz="3306" b="0" i="0" u="none" strike="noStrike" cap="none">
                <a:solidFill>
                  <a:srgbClr val="888888"/>
                </a:solidFill>
                <a:latin typeface="Arial"/>
                <a:ea typeface="Arial"/>
                <a:cs typeface="Arial"/>
                <a:sym typeface="Arial"/>
              </a:defRPr>
            </a:lvl4pPr>
            <a:lvl5pPr marL="0" marR="0" lvl="4" indent="0" algn="r">
              <a:spcBef>
                <a:spcPts val="0"/>
              </a:spcBef>
              <a:spcAft>
                <a:spcPts val="0"/>
              </a:spcAft>
              <a:buNone/>
              <a:defRPr sz="3306" b="0" i="0" u="none" strike="noStrike" cap="none">
                <a:solidFill>
                  <a:srgbClr val="888888"/>
                </a:solidFill>
                <a:latin typeface="Arial"/>
                <a:ea typeface="Arial"/>
                <a:cs typeface="Arial"/>
                <a:sym typeface="Arial"/>
              </a:defRPr>
            </a:lvl5pPr>
            <a:lvl6pPr marL="0" marR="0" lvl="5" indent="0" algn="r">
              <a:spcBef>
                <a:spcPts val="0"/>
              </a:spcBef>
              <a:spcAft>
                <a:spcPts val="0"/>
              </a:spcAft>
              <a:buNone/>
              <a:defRPr sz="3306" b="0" i="0" u="none" strike="noStrike" cap="none">
                <a:solidFill>
                  <a:srgbClr val="888888"/>
                </a:solidFill>
                <a:latin typeface="Arial"/>
                <a:ea typeface="Arial"/>
                <a:cs typeface="Arial"/>
                <a:sym typeface="Arial"/>
              </a:defRPr>
            </a:lvl6pPr>
            <a:lvl7pPr marL="0" marR="0" lvl="6" indent="0" algn="r">
              <a:spcBef>
                <a:spcPts val="0"/>
              </a:spcBef>
              <a:spcAft>
                <a:spcPts val="0"/>
              </a:spcAft>
              <a:buNone/>
              <a:defRPr sz="3306" b="0" i="0" u="none" strike="noStrike" cap="none">
                <a:solidFill>
                  <a:srgbClr val="888888"/>
                </a:solidFill>
                <a:latin typeface="Arial"/>
                <a:ea typeface="Arial"/>
                <a:cs typeface="Arial"/>
                <a:sym typeface="Arial"/>
              </a:defRPr>
            </a:lvl7pPr>
            <a:lvl8pPr marL="0" marR="0" lvl="7" indent="0" algn="r">
              <a:spcBef>
                <a:spcPts val="0"/>
              </a:spcBef>
              <a:spcAft>
                <a:spcPts val="0"/>
              </a:spcAft>
              <a:buNone/>
              <a:defRPr sz="3306" b="0" i="0" u="none" strike="noStrike" cap="none">
                <a:solidFill>
                  <a:srgbClr val="888888"/>
                </a:solidFill>
                <a:latin typeface="Arial"/>
                <a:ea typeface="Arial"/>
                <a:cs typeface="Arial"/>
                <a:sym typeface="Arial"/>
              </a:defRPr>
            </a:lvl8pPr>
            <a:lvl9pPr marL="0" marR="0" lvl="8" indent="0" algn="r">
              <a:spcBef>
                <a:spcPts val="0"/>
              </a:spcBef>
              <a:spcAft>
                <a:spcPts val="0"/>
              </a:spcAft>
              <a:buNone/>
              <a:defRPr sz="3306"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şlık ve İçerik" type="obj">
  <p:cSld name="OBJEC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1731963" y="1916113"/>
            <a:ext cx="21728112" cy="6959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1731963" y="9583738"/>
            <a:ext cx="21728112" cy="2284095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750"/>
              </a:spcBef>
              <a:spcAft>
                <a:spcPts val="0"/>
              </a:spcAft>
              <a:buClr>
                <a:schemeClr val="dk1"/>
              </a:buClr>
              <a:buSzPts val="1800"/>
              <a:buChar char="•"/>
              <a:defRPr/>
            </a:lvl1pPr>
            <a:lvl2pPr marL="914400" lvl="1" indent="-342900" algn="l">
              <a:lnSpc>
                <a:spcPct val="90000"/>
              </a:lnSpc>
              <a:spcBef>
                <a:spcPts val="1375"/>
              </a:spcBef>
              <a:spcAft>
                <a:spcPts val="0"/>
              </a:spcAft>
              <a:buClr>
                <a:schemeClr val="dk1"/>
              </a:buClr>
              <a:buSzPts val="1800"/>
              <a:buChar char="•"/>
              <a:defRPr/>
            </a:lvl2pPr>
            <a:lvl3pPr marL="1371600" lvl="2" indent="-342900" algn="l">
              <a:lnSpc>
                <a:spcPct val="90000"/>
              </a:lnSpc>
              <a:spcBef>
                <a:spcPts val="1375"/>
              </a:spcBef>
              <a:spcAft>
                <a:spcPts val="0"/>
              </a:spcAft>
              <a:buClr>
                <a:schemeClr val="dk1"/>
              </a:buClr>
              <a:buSzPts val="1800"/>
              <a:buChar char="•"/>
              <a:defRPr/>
            </a:lvl3pPr>
            <a:lvl4pPr marL="1828800" lvl="3" indent="-342900" algn="l">
              <a:lnSpc>
                <a:spcPct val="90000"/>
              </a:lnSpc>
              <a:spcBef>
                <a:spcPts val="1375"/>
              </a:spcBef>
              <a:spcAft>
                <a:spcPts val="0"/>
              </a:spcAft>
              <a:buClr>
                <a:schemeClr val="dk1"/>
              </a:buClr>
              <a:buSzPts val="1800"/>
              <a:buChar char="•"/>
              <a:defRPr/>
            </a:lvl4pPr>
            <a:lvl5pPr marL="2286000" lvl="4" indent="-342900" algn="l">
              <a:lnSpc>
                <a:spcPct val="90000"/>
              </a:lnSpc>
              <a:spcBef>
                <a:spcPts val="1375"/>
              </a:spcBef>
              <a:spcAft>
                <a:spcPts val="0"/>
              </a:spcAft>
              <a:buClr>
                <a:schemeClr val="dk1"/>
              </a:buClr>
              <a:buSzPts val="1800"/>
              <a:buChar char="•"/>
              <a:defRPr/>
            </a:lvl5pPr>
            <a:lvl6pPr marL="2743200" lvl="5" indent="-342900" algn="l">
              <a:lnSpc>
                <a:spcPct val="90000"/>
              </a:lnSpc>
              <a:spcBef>
                <a:spcPts val="1378"/>
              </a:spcBef>
              <a:spcAft>
                <a:spcPts val="0"/>
              </a:spcAft>
              <a:buClr>
                <a:schemeClr val="dk1"/>
              </a:buClr>
              <a:buSzPts val="1800"/>
              <a:buChar char="•"/>
              <a:defRPr/>
            </a:lvl6pPr>
            <a:lvl7pPr marL="3200400" lvl="6" indent="-342900" algn="l">
              <a:lnSpc>
                <a:spcPct val="90000"/>
              </a:lnSpc>
              <a:spcBef>
                <a:spcPts val="1378"/>
              </a:spcBef>
              <a:spcAft>
                <a:spcPts val="0"/>
              </a:spcAft>
              <a:buClr>
                <a:schemeClr val="dk1"/>
              </a:buClr>
              <a:buSzPts val="1800"/>
              <a:buChar char="•"/>
              <a:defRPr/>
            </a:lvl7pPr>
            <a:lvl8pPr marL="3657600" lvl="7" indent="-342900" algn="l">
              <a:lnSpc>
                <a:spcPct val="90000"/>
              </a:lnSpc>
              <a:spcBef>
                <a:spcPts val="1378"/>
              </a:spcBef>
              <a:spcAft>
                <a:spcPts val="0"/>
              </a:spcAft>
              <a:buClr>
                <a:schemeClr val="dk1"/>
              </a:buClr>
              <a:buSzPts val="1800"/>
              <a:buChar char="•"/>
              <a:defRPr/>
            </a:lvl8pPr>
            <a:lvl9pPr marL="4114800" lvl="8" indent="-342900" algn="l">
              <a:lnSpc>
                <a:spcPct val="90000"/>
              </a:lnSpc>
              <a:spcBef>
                <a:spcPts val="1378"/>
              </a:spcBef>
              <a:spcAft>
                <a:spcPts val="0"/>
              </a:spcAft>
              <a:buClr>
                <a:schemeClr val="dk1"/>
              </a:buClr>
              <a:buSzPts val="1800"/>
              <a:buChar char="•"/>
              <a:defRPr/>
            </a:lvl9pPr>
          </a:lstStyle>
          <a:p>
            <a:endParaRPr/>
          </a:p>
        </p:txBody>
      </p:sp>
      <p:sp>
        <p:nvSpPr>
          <p:cNvPr id="32" name="Google Shape;32;p5"/>
          <p:cNvSpPr txBox="1">
            <a:spLocks noGrp="1"/>
          </p:cNvSpPr>
          <p:nvPr>
            <p:ph type="dt" idx="10"/>
          </p:nvPr>
        </p:nvSpPr>
        <p:spPr>
          <a:xfrm>
            <a:off x="1731963" y="33366075"/>
            <a:ext cx="5668962" cy="19177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8345488" y="33366075"/>
            <a:ext cx="8501062" cy="19177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sldNum" idx="12"/>
          </p:nvPr>
        </p:nvSpPr>
        <p:spPr>
          <a:xfrm>
            <a:off x="17791113" y="33366075"/>
            <a:ext cx="5668962" cy="19177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3306" b="0" i="0" u="none" strike="noStrike" cap="none">
                <a:solidFill>
                  <a:srgbClr val="888888"/>
                </a:solidFill>
                <a:latin typeface="Arial"/>
                <a:ea typeface="Arial"/>
                <a:cs typeface="Arial"/>
                <a:sym typeface="Arial"/>
              </a:defRPr>
            </a:lvl1pPr>
            <a:lvl2pPr marL="0" marR="0" lvl="1" indent="0" algn="r">
              <a:spcBef>
                <a:spcPts val="0"/>
              </a:spcBef>
              <a:spcAft>
                <a:spcPts val="0"/>
              </a:spcAft>
              <a:buNone/>
              <a:defRPr sz="3306" b="0" i="0" u="none" strike="noStrike" cap="none">
                <a:solidFill>
                  <a:srgbClr val="888888"/>
                </a:solidFill>
                <a:latin typeface="Arial"/>
                <a:ea typeface="Arial"/>
                <a:cs typeface="Arial"/>
                <a:sym typeface="Arial"/>
              </a:defRPr>
            </a:lvl2pPr>
            <a:lvl3pPr marL="0" marR="0" lvl="2" indent="0" algn="r">
              <a:spcBef>
                <a:spcPts val="0"/>
              </a:spcBef>
              <a:spcAft>
                <a:spcPts val="0"/>
              </a:spcAft>
              <a:buNone/>
              <a:defRPr sz="3306" b="0" i="0" u="none" strike="noStrike" cap="none">
                <a:solidFill>
                  <a:srgbClr val="888888"/>
                </a:solidFill>
                <a:latin typeface="Arial"/>
                <a:ea typeface="Arial"/>
                <a:cs typeface="Arial"/>
                <a:sym typeface="Arial"/>
              </a:defRPr>
            </a:lvl3pPr>
            <a:lvl4pPr marL="0" marR="0" lvl="3" indent="0" algn="r">
              <a:spcBef>
                <a:spcPts val="0"/>
              </a:spcBef>
              <a:spcAft>
                <a:spcPts val="0"/>
              </a:spcAft>
              <a:buNone/>
              <a:defRPr sz="3306" b="0" i="0" u="none" strike="noStrike" cap="none">
                <a:solidFill>
                  <a:srgbClr val="888888"/>
                </a:solidFill>
                <a:latin typeface="Arial"/>
                <a:ea typeface="Arial"/>
                <a:cs typeface="Arial"/>
                <a:sym typeface="Arial"/>
              </a:defRPr>
            </a:lvl4pPr>
            <a:lvl5pPr marL="0" marR="0" lvl="4" indent="0" algn="r">
              <a:spcBef>
                <a:spcPts val="0"/>
              </a:spcBef>
              <a:spcAft>
                <a:spcPts val="0"/>
              </a:spcAft>
              <a:buNone/>
              <a:defRPr sz="3306" b="0" i="0" u="none" strike="noStrike" cap="none">
                <a:solidFill>
                  <a:srgbClr val="888888"/>
                </a:solidFill>
                <a:latin typeface="Arial"/>
                <a:ea typeface="Arial"/>
                <a:cs typeface="Arial"/>
                <a:sym typeface="Arial"/>
              </a:defRPr>
            </a:lvl5pPr>
            <a:lvl6pPr marL="0" marR="0" lvl="5" indent="0" algn="r">
              <a:spcBef>
                <a:spcPts val="0"/>
              </a:spcBef>
              <a:spcAft>
                <a:spcPts val="0"/>
              </a:spcAft>
              <a:buNone/>
              <a:defRPr sz="3306" b="0" i="0" u="none" strike="noStrike" cap="none">
                <a:solidFill>
                  <a:srgbClr val="888888"/>
                </a:solidFill>
                <a:latin typeface="Arial"/>
                <a:ea typeface="Arial"/>
                <a:cs typeface="Arial"/>
                <a:sym typeface="Arial"/>
              </a:defRPr>
            </a:lvl6pPr>
            <a:lvl7pPr marL="0" marR="0" lvl="6" indent="0" algn="r">
              <a:spcBef>
                <a:spcPts val="0"/>
              </a:spcBef>
              <a:spcAft>
                <a:spcPts val="0"/>
              </a:spcAft>
              <a:buNone/>
              <a:defRPr sz="3306" b="0" i="0" u="none" strike="noStrike" cap="none">
                <a:solidFill>
                  <a:srgbClr val="888888"/>
                </a:solidFill>
                <a:latin typeface="Arial"/>
                <a:ea typeface="Arial"/>
                <a:cs typeface="Arial"/>
                <a:sym typeface="Arial"/>
              </a:defRPr>
            </a:lvl7pPr>
            <a:lvl8pPr marL="0" marR="0" lvl="7" indent="0" algn="r">
              <a:spcBef>
                <a:spcPts val="0"/>
              </a:spcBef>
              <a:spcAft>
                <a:spcPts val="0"/>
              </a:spcAft>
              <a:buNone/>
              <a:defRPr sz="3306" b="0" i="0" u="none" strike="noStrike" cap="none">
                <a:solidFill>
                  <a:srgbClr val="888888"/>
                </a:solidFill>
                <a:latin typeface="Arial"/>
                <a:ea typeface="Arial"/>
                <a:cs typeface="Arial"/>
                <a:sym typeface="Arial"/>
              </a:defRPr>
            </a:lvl8pPr>
            <a:lvl9pPr marL="0" marR="0" lvl="8" indent="0" algn="r">
              <a:spcBef>
                <a:spcPts val="0"/>
              </a:spcBef>
              <a:spcAft>
                <a:spcPts val="0"/>
              </a:spcAft>
              <a:buNone/>
              <a:defRPr sz="3306"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ölüm Üstbilgisi" type="secHead">
  <p:cSld name="SECTION_HEADER">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1718833" y="8974945"/>
            <a:ext cx="21728133" cy="1497488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1400"/>
              <a:buNone/>
              <a:defRPr sz="1653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7" name="Google Shape;37;p6"/>
          <p:cNvSpPr txBox="1">
            <a:spLocks noGrp="1"/>
          </p:cNvSpPr>
          <p:nvPr>
            <p:ph type="body" idx="1"/>
          </p:nvPr>
        </p:nvSpPr>
        <p:spPr>
          <a:xfrm>
            <a:off x="1718833" y="24091502"/>
            <a:ext cx="21728133" cy="787494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2750"/>
              </a:spcBef>
              <a:spcAft>
                <a:spcPts val="0"/>
              </a:spcAft>
              <a:buClr>
                <a:schemeClr val="dk1"/>
              </a:buClr>
              <a:buSzPts val="6612"/>
              <a:buNone/>
              <a:defRPr sz="6612">
                <a:solidFill>
                  <a:schemeClr val="dk1"/>
                </a:solidFill>
              </a:defRPr>
            </a:lvl1pPr>
            <a:lvl2pPr marL="914400" lvl="1" indent="-228600" algn="l">
              <a:lnSpc>
                <a:spcPct val="90000"/>
              </a:lnSpc>
              <a:spcBef>
                <a:spcPts val="1375"/>
              </a:spcBef>
              <a:spcAft>
                <a:spcPts val="0"/>
              </a:spcAft>
              <a:buClr>
                <a:srgbClr val="888888"/>
              </a:buClr>
              <a:buSzPts val="5510"/>
              <a:buNone/>
              <a:defRPr sz="5510">
                <a:solidFill>
                  <a:srgbClr val="888888"/>
                </a:solidFill>
              </a:defRPr>
            </a:lvl2pPr>
            <a:lvl3pPr marL="1371600" lvl="2" indent="-228600" algn="l">
              <a:lnSpc>
                <a:spcPct val="90000"/>
              </a:lnSpc>
              <a:spcBef>
                <a:spcPts val="1375"/>
              </a:spcBef>
              <a:spcAft>
                <a:spcPts val="0"/>
              </a:spcAft>
              <a:buClr>
                <a:srgbClr val="888888"/>
              </a:buClr>
              <a:buSzPts val="4959"/>
              <a:buNone/>
              <a:defRPr sz="4959">
                <a:solidFill>
                  <a:srgbClr val="888888"/>
                </a:solidFill>
              </a:defRPr>
            </a:lvl3pPr>
            <a:lvl4pPr marL="1828800" lvl="3" indent="-228600" algn="l">
              <a:lnSpc>
                <a:spcPct val="90000"/>
              </a:lnSpc>
              <a:spcBef>
                <a:spcPts val="1375"/>
              </a:spcBef>
              <a:spcAft>
                <a:spcPts val="0"/>
              </a:spcAft>
              <a:buClr>
                <a:srgbClr val="888888"/>
              </a:buClr>
              <a:buSzPts val="4408"/>
              <a:buNone/>
              <a:defRPr sz="4408">
                <a:solidFill>
                  <a:srgbClr val="888888"/>
                </a:solidFill>
              </a:defRPr>
            </a:lvl4pPr>
            <a:lvl5pPr marL="2286000" lvl="4" indent="-228600" algn="l">
              <a:lnSpc>
                <a:spcPct val="90000"/>
              </a:lnSpc>
              <a:spcBef>
                <a:spcPts val="1375"/>
              </a:spcBef>
              <a:spcAft>
                <a:spcPts val="0"/>
              </a:spcAft>
              <a:buClr>
                <a:srgbClr val="888888"/>
              </a:buClr>
              <a:buSzPts val="4408"/>
              <a:buNone/>
              <a:defRPr sz="4408">
                <a:solidFill>
                  <a:srgbClr val="888888"/>
                </a:solidFill>
              </a:defRPr>
            </a:lvl5pPr>
            <a:lvl6pPr marL="2743200" lvl="5" indent="-228600" algn="l">
              <a:lnSpc>
                <a:spcPct val="90000"/>
              </a:lnSpc>
              <a:spcBef>
                <a:spcPts val="1378"/>
              </a:spcBef>
              <a:spcAft>
                <a:spcPts val="0"/>
              </a:spcAft>
              <a:buClr>
                <a:srgbClr val="888888"/>
              </a:buClr>
              <a:buSzPts val="4408"/>
              <a:buNone/>
              <a:defRPr sz="4408">
                <a:solidFill>
                  <a:srgbClr val="888888"/>
                </a:solidFill>
              </a:defRPr>
            </a:lvl6pPr>
            <a:lvl7pPr marL="3200400" lvl="6" indent="-228600" algn="l">
              <a:lnSpc>
                <a:spcPct val="90000"/>
              </a:lnSpc>
              <a:spcBef>
                <a:spcPts val="1378"/>
              </a:spcBef>
              <a:spcAft>
                <a:spcPts val="0"/>
              </a:spcAft>
              <a:buClr>
                <a:srgbClr val="888888"/>
              </a:buClr>
              <a:buSzPts val="4408"/>
              <a:buNone/>
              <a:defRPr sz="4408">
                <a:solidFill>
                  <a:srgbClr val="888888"/>
                </a:solidFill>
              </a:defRPr>
            </a:lvl7pPr>
            <a:lvl8pPr marL="3657600" lvl="7" indent="-228600" algn="l">
              <a:lnSpc>
                <a:spcPct val="90000"/>
              </a:lnSpc>
              <a:spcBef>
                <a:spcPts val="1378"/>
              </a:spcBef>
              <a:spcAft>
                <a:spcPts val="0"/>
              </a:spcAft>
              <a:buClr>
                <a:srgbClr val="888888"/>
              </a:buClr>
              <a:buSzPts val="4408"/>
              <a:buNone/>
              <a:defRPr sz="4408">
                <a:solidFill>
                  <a:srgbClr val="888888"/>
                </a:solidFill>
              </a:defRPr>
            </a:lvl8pPr>
            <a:lvl9pPr marL="4114800" lvl="8" indent="-228600" algn="l">
              <a:lnSpc>
                <a:spcPct val="90000"/>
              </a:lnSpc>
              <a:spcBef>
                <a:spcPts val="1378"/>
              </a:spcBef>
              <a:spcAft>
                <a:spcPts val="0"/>
              </a:spcAft>
              <a:buClr>
                <a:srgbClr val="888888"/>
              </a:buClr>
              <a:buSzPts val="4408"/>
              <a:buNone/>
              <a:defRPr sz="4408">
                <a:solidFill>
                  <a:srgbClr val="888888"/>
                </a:solidFill>
              </a:defRPr>
            </a:lvl9pPr>
          </a:lstStyle>
          <a:p>
            <a:endParaRPr/>
          </a:p>
        </p:txBody>
      </p:sp>
      <p:sp>
        <p:nvSpPr>
          <p:cNvPr id="38" name="Google Shape;38;p6"/>
          <p:cNvSpPr txBox="1">
            <a:spLocks noGrp="1"/>
          </p:cNvSpPr>
          <p:nvPr>
            <p:ph type="dt" idx="10"/>
          </p:nvPr>
        </p:nvSpPr>
        <p:spPr>
          <a:xfrm>
            <a:off x="1731963" y="33366075"/>
            <a:ext cx="5668962" cy="19177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ftr" idx="11"/>
          </p:nvPr>
        </p:nvSpPr>
        <p:spPr>
          <a:xfrm>
            <a:off x="8345488" y="33366075"/>
            <a:ext cx="8501062" cy="19177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17791113" y="33366075"/>
            <a:ext cx="5668962" cy="19177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3306" b="0" i="0" u="none" strike="noStrike" cap="none">
                <a:solidFill>
                  <a:srgbClr val="888888"/>
                </a:solidFill>
                <a:latin typeface="Arial"/>
                <a:ea typeface="Arial"/>
                <a:cs typeface="Arial"/>
                <a:sym typeface="Arial"/>
              </a:defRPr>
            </a:lvl1pPr>
            <a:lvl2pPr marL="0" marR="0" lvl="1" indent="0" algn="r">
              <a:spcBef>
                <a:spcPts val="0"/>
              </a:spcBef>
              <a:spcAft>
                <a:spcPts val="0"/>
              </a:spcAft>
              <a:buNone/>
              <a:defRPr sz="3306" b="0" i="0" u="none" strike="noStrike" cap="none">
                <a:solidFill>
                  <a:srgbClr val="888888"/>
                </a:solidFill>
                <a:latin typeface="Arial"/>
                <a:ea typeface="Arial"/>
                <a:cs typeface="Arial"/>
                <a:sym typeface="Arial"/>
              </a:defRPr>
            </a:lvl2pPr>
            <a:lvl3pPr marL="0" marR="0" lvl="2" indent="0" algn="r">
              <a:spcBef>
                <a:spcPts val="0"/>
              </a:spcBef>
              <a:spcAft>
                <a:spcPts val="0"/>
              </a:spcAft>
              <a:buNone/>
              <a:defRPr sz="3306" b="0" i="0" u="none" strike="noStrike" cap="none">
                <a:solidFill>
                  <a:srgbClr val="888888"/>
                </a:solidFill>
                <a:latin typeface="Arial"/>
                <a:ea typeface="Arial"/>
                <a:cs typeface="Arial"/>
                <a:sym typeface="Arial"/>
              </a:defRPr>
            </a:lvl3pPr>
            <a:lvl4pPr marL="0" marR="0" lvl="3" indent="0" algn="r">
              <a:spcBef>
                <a:spcPts val="0"/>
              </a:spcBef>
              <a:spcAft>
                <a:spcPts val="0"/>
              </a:spcAft>
              <a:buNone/>
              <a:defRPr sz="3306" b="0" i="0" u="none" strike="noStrike" cap="none">
                <a:solidFill>
                  <a:srgbClr val="888888"/>
                </a:solidFill>
                <a:latin typeface="Arial"/>
                <a:ea typeface="Arial"/>
                <a:cs typeface="Arial"/>
                <a:sym typeface="Arial"/>
              </a:defRPr>
            </a:lvl4pPr>
            <a:lvl5pPr marL="0" marR="0" lvl="4" indent="0" algn="r">
              <a:spcBef>
                <a:spcPts val="0"/>
              </a:spcBef>
              <a:spcAft>
                <a:spcPts val="0"/>
              </a:spcAft>
              <a:buNone/>
              <a:defRPr sz="3306" b="0" i="0" u="none" strike="noStrike" cap="none">
                <a:solidFill>
                  <a:srgbClr val="888888"/>
                </a:solidFill>
                <a:latin typeface="Arial"/>
                <a:ea typeface="Arial"/>
                <a:cs typeface="Arial"/>
                <a:sym typeface="Arial"/>
              </a:defRPr>
            </a:lvl5pPr>
            <a:lvl6pPr marL="0" marR="0" lvl="5" indent="0" algn="r">
              <a:spcBef>
                <a:spcPts val="0"/>
              </a:spcBef>
              <a:spcAft>
                <a:spcPts val="0"/>
              </a:spcAft>
              <a:buNone/>
              <a:defRPr sz="3306" b="0" i="0" u="none" strike="noStrike" cap="none">
                <a:solidFill>
                  <a:srgbClr val="888888"/>
                </a:solidFill>
                <a:latin typeface="Arial"/>
                <a:ea typeface="Arial"/>
                <a:cs typeface="Arial"/>
                <a:sym typeface="Arial"/>
              </a:defRPr>
            </a:lvl6pPr>
            <a:lvl7pPr marL="0" marR="0" lvl="6" indent="0" algn="r">
              <a:spcBef>
                <a:spcPts val="0"/>
              </a:spcBef>
              <a:spcAft>
                <a:spcPts val="0"/>
              </a:spcAft>
              <a:buNone/>
              <a:defRPr sz="3306" b="0" i="0" u="none" strike="noStrike" cap="none">
                <a:solidFill>
                  <a:srgbClr val="888888"/>
                </a:solidFill>
                <a:latin typeface="Arial"/>
                <a:ea typeface="Arial"/>
                <a:cs typeface="Arial"/>
                <a:sym typeface="Arial"/>
              </a:defRPr>
            </a:lvl7pPr>
            <a:lvl8pPr marL="0" marR="0" lvl="7" indent="0" algn="r">
              <a:spcBef>
                <a:spcPts val="0"/>
              </a:spcBef>
              <a:spcAft>
                <a:spcPts val="0"/>
              </a:spcAft>
              <a:buNone/>
              <a:defRPr sz="3306" b="0" i="0" u="none" strike="noStrike" cap="none">
                <a:solidFill>
                  <a:srgbClr val="888888"/>
                </a:solidFill>
                <a:latin typeface="Arial"/>
                <a:ea typeface="Arial"/>
                <a:cs typeface="Arial"/>
                <a:sym typeface="Arial"/>
              </a:defRPr>
            </a:lvl8pPr>
            <a:lvl9pPr marL="0" marR="0" lvl="8" indent="0" algn="r">
              <a:spcBef>
                <a:spcPts val="0"/>
              </a:spcBef>
              <a:spcAft>
                <a:spcPts val="0"/>
              </a:spcAft>
              <a:buNone/>
              <a:defRPr sz="3306"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ki İçerik" type="twoObj">
  <p:cSld name="TWO_OBJECTS">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1731963" y="1916113"/>
            <a:ext cx="21728112" cy="6959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3" name="Google Shape;43;p7"/>
          <p:cNvSpPr txBox="1">
            <a:spLocks noGrp="1"/>
          </p:cNvSpPr>
          <p:nvPr>
            <p:ph type="body" idx="1"/>
          </p:nvPr>
        </p:nvSpPr>
        <p:spPr>
          <a:xfrm>
            <a:off x="1731953" y="9583264"/>
            <a:ext cx="10706616" cy="2284150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750"/>
              </a:spcBef>
              <a:spcAft>
                <a:spcPts val="0"/>
              </a:spcAft>
              <a:buClr>
                <a:schemeClr val="dk1"/>
              </a:buClr>
              <a:buSzPts val="1800"/>
              <a:buChar char="•"/>
              <a:defRPr/>
            </a:lvl1pPr>
            <a:lvl2pPr marL="914400" lvl="1" indent="-342900" algn="l">
              <a:lnSpc>
                <a:spcPct val="90000"/>
              </a:lnSpc>
              <a:spcBef>
                <a:spcPts val="1375"/>
              </a:spcBef>
              <a:spcAft>
                <a:spcPts val="0"/>
              </a:spcAft>
              <a:buClr>
                <a:schemeClr val="dk1"/>
              </a:buClr>
              <a:buSzPts val="1800"/>
              <a:buChar char="•"/>
              <a:defRPr/>
            </a:lvl2pPr>
            <a:lvl3pPr marL="1371600" lvl="2" indent="-342900" algn="l">
              <a:lnSpc>
                <a:spcPct val="90000"/>
              </a:lnSpc>
              <a:spcBef>
                <a:spcPts val="1375"/>
              </a:spcBef>
              <a:spcAft>
                <a:spcPts val="0"/>
              </a:spcAft>
              <a:buClr>
                <a:schemeClr val="dk1"/>
              </a:buClr>
              <a:buSzPts val="1800"/>
              <a:buChar char="•"/>
              <a:defRPr/>
            </a:lvl3pPr>
            <a:lvl4pPr marL="1828800" lvl="3" indent="-342900" algn="l">
              <a:lnSpc>
                <a:spcPct val="90000"/>
              </a:lnSpc>
              <a:spcBef>
                <a:spcPts val="1375"/>
              </a:spcBef>
              <a:spcAft>
                <a:spcPts val="0"/>
              </a:spcAft>
              <a:buClr>
                <a:schemeClr val="dk1"/>
              </a:buClr>
              <a:buSzPts val="1800"/>
              <a:buChar char="•"/>
              <a:defRPr/>
            </a:lvl4pPr>
            <a:lvl5pPr marL="2286000" lvl="4" indent="-342900" algn="l">
              <a:lnSpc>
                <a:spcPct val="90000"/>
              </a:lnSpc>
              <a:spcBef>
                <a:spcPts val="1375"/>
              </a:spcBef>
              <a:spcAft>
                <a:spcPts val="0"/>
              </a:spcAft>
              <a:buClr>
                <a:schemeClr val="dk1"/>
              </a:buClr>
              <a:buSzPts val="1800"/>
              <a:buChar char="•"/>
              <a:defRPr/>
            </a:lvl5pPr>
            <a:lvl6pPr marL="2743200" lvl="5" indent="-342900" algn="l">
              <a:lnSpc>
                <a:spcPct val="90000"/>
              </a:lnSpc>
              <a:spcBef>
                <a:spcPts val="1378"/>
              </a:spcBef>
              <a:spcAft>
                <a:spcPts val="0"/>
              </a:spcAft>
              <a:buClr>
                <a:schemeClr val="dk1"/>
              </a:buClr>
              <a:buSzPts val="1800"/>
              <a:buChar char="•"/>
              <a:defRPr/>
            </a:lvl6pPr>
            <a:lvl7pPr marL="3200400" lvl="6" indent="-342900" algn="l">
              <a:lnSpc>
                <a:spcPct val="90000"/>
              </a:lnSpc>
              <a:spcBef>
                <a:spcPts val="1378"/>
              </a:spcBef>
              <a:spcAft>
                <a:spcPts val="0"/>
              </a:spcAft>
              <a:buClr>
                <a:schemeClr val="dk1"/>
              </a:buClr>
              <a:buSzPts val="1800"/>
              <a:buChar char="•"/>
              <a:defRPr/>
            </a:lvl7pPr>
            <a:lvl8pPr marL="3657600" lvl="7" indent="-342900" algn="l">
              <a:lnSpc>
                <a:spcPct val="90000"/>
              </a:lnSpc>
              <a:spcBef>
                <a:spcPts val="1378"/>
              </a:spcBef>
              <a:spcAft>
                <a:spcPts val="0"/>
              </a:spcAft>
              <a:buClr>
                <a:schemeClr val="dk1"/>
              </a:buClr>
              <a:buSzPts val="1800"/>
              <a:buChar char="•"/>
              <a:defRPr/>
            </a:lvl8pPr>
            <a:lvl9pPr marL="4114800" lvl="8" indent="-342900" algn="l">
              <a:lnSpc>
                <a:spcPct val="90000"/>
              </a:lnSpc>
              <a:spcBef>
                <a:spcPts val="1378"/>
              </a:spcBef>
              <a:spcAft>
                <a:spcPts val="0"/>
              </a:spcAft>
              <a:buClr>
                <a:schemeClr val="dk1"/>
              </a:buClr>
              <a:buSzPts val="1800"/>
              <a:buChar char="•"/>
              <a:defRPr/>
            </a:lvl9pPr>
          </a:lstStyle>
          <a:p>
            <a:endParaRPr/>
          </a:p>
        </p:txBody>
      </p:sp>
      <p:sp>
        <p:nvSpPr>
          <p:cNvPr id="44" name="Google Shape;44;p7"/>
          <p:cNvSpPr txBox="1">
            <a:spLocks noGrp="1"/>
          </p:cNvSpPr>
          <p:nvPr>
            <p:ph type="body" idx="2"/>
          </p:nvPr>
        </p:nvSpPr>
        <p:spPr>
          <a:xfrm>
            <a:off x="12753469" y="9583264"/>
            <a:ext cx="10706616" cy="2284150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750"/>
              </a:spcBef>
              <a:spcAft>
                <a:spcPts val="0"/>
              </a:spcAft>
              <a:buClr>
                <a:schemeClr val="dk1"/>
              </a:buClr>
              <a:buSzPts val="1800"/>
              <a:buChar char="•"/>
              <a:defRPr/>
            </a:lvl1pPr>
            <a:lvl2pPr marL="914400" lvl="1" indent="-342900" algn="l">
              <a:lnSpc>
                <a:spcPct val="90000"/>
              </a:lnSpc>
              <a:spcBef>
                <a:spcPts val="1375"/>
              </a:spcBef>
              <a:spcAft>
                <a:spcPts val="0"/>
              </a:spcAft>
              <a:buClr>
                <a:schemeClr val="dk1"/>
              </a:buClr>
              <a:buSzPts val="1800"/>
              <a:buChar char="•"/>
              <a:defRPr/>
            </a:lvl2pPr>
            <a:lvl3pPr marL="1371600" lvl="2" indent="-342900" algn="l">
              <a:lnSpc>
                <a:spcPct val="90000"/>
              </a:lnSpc>
              <a:spcBef>
                <a:spcPts val="1375"/>
              </a:spcBef>
              <a:spcAft>
                <a:spcPts val="0"/>
              </a:spcAft>
              <a:buClr>
                <a:schemeClr val="dk1"/>
              </a:buClr>
              <a:buSzPts val="1800"/>
              <a:buChar char="•"/>
              <a:defRPr/>
            </a:lvl3pPr>
            <a:lvl4pPr marL="1828800" lvl="3" indent="-342900" algn="l">
              <a:lnSpc>
                <a:spcPct val="90000"/>
              </a:lnSpc>
              <a:spcBef>
                <a:spcPts val="1375"/>
              </a:spcBef>
              <a:spcAft>
                <a:spcPts val="0"/>
              </a:spcAft>
              <a:buClr>
                <a:schemeClr val="dk1"/>
              </a:buClr>
              <a:buSzPts val="1800"/>
              <a:buChar char="•"/>
              <a:defRPr/>
            </a:lvl4pPr>
            <a:lvl5pPr marL="2286000" lvl="4" indent="-342900" algn="l">
              <a:lnSpc>
                <a:spcPct val="90000"/>
              </a:lnSpc>
              <a:spcBef>
                <a:spcPts val="1375"/>
              </a:spcBef>
              <a:spcAft>
                <a:spcPts val="0"/>
              </a:spcAft>
              <a:buClr>
                <a:schemeClr val="dk1"/>
              </a:buClr>
              <a:buSzPts val="1800"/>
              <a:buChar char="•"/>
              <a:defRPr/>
            </a:lvl5pPr>
            <a:lvl6pPr marL="2743200" lvl="5" indent="-342900" algn="l">
              <a:lnSpc>
                <a:spcPct val="90000"/>
              </a:lnSpc>
              <a:spcBef>
                <a:spcPts val="1378"/>
              </a:spcBef>
              <a:spcAft>
                <a:spcPts val="0"/>
              </a:spcAft>
              <a:buClr>
                <a:schemeClr val="dk1"/>
              </a:buClr>
              <a:buSzPts val="1800"/>
              <a:buChar char="•"/>
              <a:defRPr/>
            </a:lvl6pPr>
            <a:lvl7pPr marL="3200400" lvl="6" indent="-342900" algn="l">
              <a:lnSpc>
                <a:spcPct val="90000"/>
              </a:lnSpc>
              <a:spcBef>
                <a:spcPts val="1378"/>
              </a:spcBef>
              <a:spcAft>
                <a:spcPts val="0"/>
              </a:spcAft>
              <a:buClr>
                <a:schemeClr val="dk1"/>
              </a:buClr>
              <a:buSzPts val="1800"/>
              <a:buChar char="•"/>
              <a:defRPr/>
            </a:lvl7pPr>
            <a:lvl8pPr marL="3657600" lvl="7" indent="-342900" algn="l">
              <a:lnSpc>
                <a:spcPct val="90000"/>
              </a:lnSpc>
              <a:spcBef>
                <a:spcPts val="1378"/>
              </a:spcBef>
              <a:spcAft>
                <a:spcPts val="0"/>
              </a:spcAft>
              <a:buClr>
                <a:schemeClr val="dk1"/>
              </a:buClr>
              <a:buSzPts val="1800"/>
              <a:buChar char="•"/>
              <a:defRPr/>
            </a:lvl8pPr>
            <a:lvl9pPr marL="4114800" lvl="8" indent="-342900" algn="l">
              <a:lnSpc>
                <a:spcPct val="90000"/>
              </a:lnSpc>
              <a:spcBef>
                <a:spcPts val="1378"/>
              </a:spcBef>
              <a:spcAft>
                <a:spcPts val="0"/>
              </a:spcAft>
              <a:buClr>
                <a:schemeClr val="dk1"/>
              </a:buClr>
              <a:buSzPts val="1800"/>
              <a:buChar char="•"/>
              <a:defRPr/>
            </a:lvl9pPr>
          </a:lstStyle>
          <a:p>
            <a:endParaRPr/>
          </a:p>
        </p:txBody>
      </p:sp>
      <p:sp>
        <p:nvSpPr>
          <p:cNvPr id="45" name="Google Shape;45;p7"/>
          <p:cNvSpPr txBox="1">
            <a:spLocks noGrp="1"/>
          </p:cNvSpPr>
          <p:nvPr>
            <p:ph type="dt" idx="10"/>
          </p:nvPr>
        </p:nvSpPr>
        <p:spPr>
          <a:xfrm>
            <a:off x="1731963" y="33366075"/>
            <a:ext cx="5668962" cy="19177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7"/>
          <p:cNvSpPr txBox="1">
            <a:spLocks noGrp="1"/>
          </p:cNvSpPr>
          <p:nvPr>
            <p:ph type="ftr" idx="11"/>
          </p:nvPr>
        </p:nvSpPr>
        <p:spPr>
          <a:xfrm>
            <a:off x="8345488" y="33366075"/>
            <a:ext cx="8501062" cy="19177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sldNum" idx="12"/>
          </p:nvPr>
        </p:nvSpPr>
        <p:spPr>
          <a:xfrm>
            <a:off x="17791113" y="33366075"/>
            <a:ext cx="5668962" cy="19177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3306" b="0" i="0" u="none" strike="noStrike" cap="none">
                <a:solidFill>
                  <a:srgbClr val="888888"/>
                </a:solidFill>
                <a:latin typeface="Arial"/>
                <a:ea typeface="Arial"/>
                <a:cs typeface="Arial"/>
                <a:sym typeface="Arial"/>
              </a:defRPr>
            </a:lvl1pPr>
            <a:lvl2pPr marL="0" marR="0" lvl="1" indent="0" algn="r">
              <a:spcBef>
                <a:spcPts val="0"/>
              </a:spcBef>
              <a:spcAft>
                <a:spcPts val="0"/>
              </a:spcAft>
              <a:buNone/>
              <a:defRPr sz="3306" b="0" i="0" u="none" strike="noStrike" cap="none">
                <a:solidFill>
                  <a:srgbClr val="888888"/>
                </a:solidFill>
                <a:latin typeface="Arial"/>
                <a:ea typeface="Arial"/>
                <a:cs typeface="Arial"/>
                <a:sym typeface="Arial"/>
              </a:defRPr>
            </a:lvl2pPr>
            <a:lvl3pPr marL="0" marR="0" lvl="2" indent="0" algn="r">
              <a:spcBef>
                <a:spcPts val="0"/>
              </a:spcBef>
              <a:spcAft>
                <a:spcPts val="0"/>
              </a:spcAft>
              <a:buNone/>
              <a:defRPr sz="3306" b="0" i="0" u="none" strike="noStrike" cap="none">
                <a:solidFill>
                  <a:srgbClr val="888888"/>
                </a:solidFill>
                <a:latin typeface="Arial"/>
                <a:ea typeface="Arial"/>
                <a:cs typeface="Arial"/>
                <a:sym typeface="Arial"/>
              </a:defRPr>
            </a:lvl3pPr>
            <a:lvl4pPr marL="0" marR="0" lvl="3" indent="0" algn="r">
              <a:spcBef>
                <a:spcPts val="0"/>
              </a:spcBef>
              <a:spcAft>
                <a:spcPts val="0"/>
              </a:spcAft>
              <a:buNone/>
              <a:defRPr sz="3306" b="0" i="0" u="none" strike="noStrike" cap="none">
                <a:solidFill>
                  <a:srgbClr val="888888"/>
                </a:solidFill>
                <a:latin typeface="Arial"/>
                <a:ea typeface="Arial"/>
                <a:cs typeface="Arial"/>
                <a:sym typeface="Arial"/>
              </a:defRPr>
            </a:lvl4pPr>
            <a:lvl5pPr marL="0" marR="0" lvl="4" indent="0" algn="r">
              <a:spcBef>
                <a:spcPts val="0"/>
              </a:spcBef>
              <a:spcAft>
                <a:spcPts val="0"/>
              </a:spcAft>
              <a:buNone/>
              <a:defRPr sz="3306" b="0" i="0" u="none" strike="noStrike" cap="none">
                <a:solidFill>
                  <a:srgbClr val="888888"/>
                </a:solidFill>
                <a:latin typeface="Arial"/>
                <a:ea typeface="Arial"/>
                <a:cs typeface="Arial"/>
                <a:sym typeface="Arial"/>
              </a:defRPr>
            </a:lvl5pPr>
            <a:lvl6pPr marL="0" marR="0" lvl="5" indent="0" algn="r">
              <a:spcBef>
                <a:spcPts val="0"/>
              </a:spcBef>
              <a:spcAft>
                <a:spcPts val="0"/>
              </a:spcAft>
              <a:buNone/>
              <a:defRPr sz="3306" b="0" i="0" u="none" strike="noStrike" cap="none">
                <a:solidFill>
                  <a:srgbClr val="888888"/>
                </a:solidFill>
                <a:latin typeface="Arial"/>
                <a:ea typeface="Arial"/>
                <a:cs typeface="Arial"/>
                <a:sym typeface="Arial"/>
              </a:defRPr>
            </a:lvl6pPr>
            <a:lvl7pPr marL="0" marR="0" lvl="6" indent="0" algn="r">
              <a:spcBef>
                <a:spcPts val="0"/>
              </a:spcBef>
              <a:spcAft>
                <a:spcPts val="0"/>
              </a:spcAft>
              <a:buNone/>
              <a:defRPr sz="3306" b="0" i="0" u="none" strike="noStrike" cap="none">
                <a:solidFill>
                  <a:srgbClr val="888888"/>
                </a:solidFill>
                <a:latin typeface="Arial"/>
                <a:ea typeface="Arial"/>
                <a:cs typeface="Arial"/>
                <a:sym typeface="Arial"/>
              </a:defRPr>
            </a:lvl7pPr>
            <a:lvl8pPr marL="0" marR="0" lvl="7" indent="0" algn="r">
              <a:spcBef>
                <a:spcPts val="0"/>
              </a:spcBef>
              <a:spcAft>
                <a:spcPts val="0"/>
              </a:spcAft>
              <a:buNone/>
              <a:defRPr sz="3306" b="0" i="0" u="none" strike="noStrike" cap="none">
                <a:solidFill>
                  <a:srgbClr val="888888"/>
                </a:solidFill>
                <a:latin typeface="Arial"/>
                <a:ea typeface="Arial"/>
                <a:cs typeface="Arial"/>
                <a:sym typeface="Arial"/>
              </a:defRPr>
            </a:lvl8pPr>
            <a:lvl9pPr marL="0" marR="0" lvl="8" indent="0" algn="r">
              <a:spcBef>
                <a:spcPts val="0"/>
              </a:spcBef>
              <a:spcAft>
                <a:spcPts val="0"/>
              </a:spcAft>
              <a:buNone/>
              <a:defRPr sz="3306"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Karşılaştırma" type="twoTxTwoObj">
  <p:cSld name="TWO_OBJECTS_WITH_TEX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1735234" y="1916661"/>
            <a:ext cx="21728133" cy="695828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0" name="Google Shape;50;p8"/>
          <p:cNvSpPr txBox="1">
            <a:spLocks noGrp="1"/>
          </p:cNvSpPr>
          <p:nvPr>
            <p:ph type="body" idx="1"/>
          </p:nvPr>
        </p:nvSpPr>
        <p:spPr>
          <a:xfrm>
            <a:off x="1735237" y="8824938"/>
            <a:ext cx="10657411" cy="432496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2750"/>
              </a:spcBef>
              <a:spcAft>
                <a:spcPts val="0"/>
              </a:spcAft>
              <a:buClr>
                <a:schemeClr val="dk1"/>
              </a:buClr>
              <a:buSzPts val="6612"/>
              <a:buNone/>
              <a:defRPr sz="6612" b="1"/>
            </a:lvl1pPr>
            <a:lvl2pPr marL="914400" lvl="1" indent="-228600" algn="l">
              <a:lnSpc>
                <a:spcPct val="90000"/>
              </a:lnSpc>
              <a:spcBef>
                <a:spcPts val="1375"/>
              </a:spcBef>
              <a:spcAft>
                <a:spcPts val="0"/>
              </a:spcAft>
              <a:buClr>
                <a:schemeClr val="dk1"/>
              </a:buClr>
              <a:buSzPts val="5510"/>
              <a:buNone/>
              <a:defRPr sz="5510" b="1"/>
            </a:lvl2pPr>
            <a:lvl3pPr marL="1371600" lvl="2" indent="-228600" algn="l">
              <a:lnSpc>
                <a:spcPct val="90000"/>
              </a:lnSpc>
              <a:spcBef>
                <a:spcPts val="1375"/>
              </a:spcBef>
              <a:spcAft>
                <a:spcPts val="0"/>
              </a:spcAft>
              <a:buClr>
                <a:schemeClr val="dk1"/>
              </a:buClr>
              <a:buSzPts val="4959"/>
              <a:buNone/>
              <a:defRPr sz="4959" b="1"/>
            </a:lvl3pPr>
            <a:lvl4pPr marL="1828800" lvl="3" indent="-228600" algn="l">
              <a:lnSpc>
                <a:spcPct val="90000"/>
              </a:lnSpc>
              <a:spcBef>
                <a:spcPts val="1375"/>
              </a:spcBef>
              <a:spcAft>
                <a:spcPts val="0"/>
              </a:spcAft>
              <a:buClr>
                <a:schemeClr val="dk1"/>
              </a:buClr>
              <a:buSzPts val="4408"/>
              <a:buNone/>
              <a:defRPr sz="4408" b="1"/>
            </a:lvl4pPr>
            <a:lvl5pPr marL="2286000" lvl="4" indent="-228600" algn="l">
              <a:lnSpc>
                <a:spcPct val="90000"/>
              </a:lnSpc>
              <a:spcBef>
                <a:spcPts val="1375"/>
              </a:spcBef>
              <a:spcAft>
                <a:spcPts val="0"/>
              </a:spcAft>
              <a:buClr>
                <a:schemeClr val="dk1"/>
              </a:buClr>
              <a:buSzPts val="4408"/>
              <a:buNone/>
              <a:defRPr sz="4408" b="1"/>
            </a:lvl5pPr>
            <a:lvl6pPr marL="2743200" lvl="5" indent="-228600" algn="l">
              <a:lnSpc>
                <a:spcPct val="90000"/>
              </a:lnSpc>
              <a:spcBef>
                <a:spcPts val="1378"/>
              </a:spcBef>
              <a:spcAft>
                <a:spcPts val="0"/>
              </a:spcAft>
              <a:buClr>
                <a:schemeClr val="dk1"/>
              </a:buClr>
              <a:buSzPts val="4408"/>
              <a:buNone/>
              <a:defRPr sz="4408" b="1"/>
            </a:lvl6pPr>
            <a:lvl7pPr marL="3200400" lvl="6" indent="-228600" algn="l">
              <a:lnSpc>
                <a:spcPct val="90000"/>
              </a:lnSpc>
              <a:spcBef>
                <a:spcPts val="1378"/>
              </a:spcBef>
              <a:spcAft>
                <a:spcPts val="0"/>
              </a:spcAft>
              <a:buClr>
                <a:schemeClr val="dk1"/>
              </a:buClr>
              <a:buSzPts val="4408"/>
              <a:buNone/>
              <a:defRPr sz="4408" b="1"/>
            </a:lvl7pPr>
            <a:lvl8pPr marL="3657600" lvl="7" indent="-228600" algn="l">
              <a:lnSpc>
                <a:spcPct val="90000"/>
              </a:lnSpc>
              <a:spcBef>
                <a:spcPts val="1378"/>
              </a:spcBef>
              <a:spcAft>
                <a:spcPts val="0"/>
              </a:spcAft>
              <a:buClr>
                <a:schemeClr val="dk1"/>
              </a:buClr>
              <a:buSzPts val="4408"/>
              <a:buNone/>
              <a:defRPr sz="4408" b="1"/>
            </a:lvl8pPr>
            <a:lvl9pPr marL="4114800" lvl="8" indent="-228600" algn="l">
              <a:lnSpc>
                <a:spcPct val="90000"/>
              </a:lnSpc>
              <a:spcBef>
                <a:spcPts val="1378"/>
              </a:spcBef>
              <a:spcAft>
                <a:spcPts val="0"/>
              </a:spcAft>
              <a:buClr>
                <a:schemeClr val="dk1"/>
              </a:buClr>
              <a:buSzPts val="4408"/>
              <a:buNone/>
              <a:defRPr sz="4408" b="1"/>
            </a:lvl9pPr>
          </a:lstStyle>
          <a:p>
            <a:endParaRPr/>
          </a:p>
        </p:txBody>
      </p:sp>
      <p:sp>
        <p:nvSpPr>
          <p:cNvPr id="51" name="Google Shape;51;p8"/>
          <p:cNvSpPr txBox="1">
            <a:spLocks noGrp="1"/>
          </p:cNvSpPr>
          <p:nvPr>
            <p:ph type="body" idx="2"/>
          </p:nvPr>
        </p:nvSpPr>
        <p:spPr>
          <a:xfrm>
            <a:off x="1735237" y="13149904"/>
            <a:ext cx="10657411" cy="1934152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750"/>
              </a:spcBef>
              <a:spcAft>
                <a:spcPts val="0"/>
              </a:spcAft>
              <a:buClr>
                <a:schemeClr val="dk1"/>
              </a:buClr>
              <a:buSzPts val="1800"/>
              <a:buChar char="•"/>
              <a:defRPr/>
            </a:lvl1pPr>
            <a:lvl2pPr marL="914400" lvl="1" indent="-342900" algn="l">
              <a:lnSpc>
                <a:spcPct val="90000"/>
              </a:lnSpc>
              <a:spcBef>
                <a:spcPts val="1375"/>
              </a:spcBef>
              <a:spcAft>
                <a:spcPts val="0"/>
              </a:spcAft>
              <a:buClr>
                <a:schemeClr val="dk1"/>
              </a:buClr>
              <a:buSzPts val="1800"/>
              <a:buChar char="•"/>
              <a:defRPr/>
            </a:lvl2pPr>
            <a:lvl3pPr marL="1371600" lvl="2" indent="-342900" algn="l">
              <a:lnSpc>
                <a:spcPct val="90000"/>
              </a:lnSpc>
              <a:spcBef>
                <a:spcPts val="1375"/>
              </a:spcBef>
              <a:spcAft>
                <a:spcPts val="0"/>
              </a:spcAft>
              <a:buClr>
                <a:schemeClr val="dk1"/>
              </a:buClr>
              <a:buSzPts val="1800"/>
              <a:buChar char="•"/>
              <a:defRPr/>
            </a:lvl3pPr>
            <a:lvl4pPr marL="1828800" lvl="3" indent="-342900" algn="l">
              <a:lnSpc>
                <a:spcPct val="90000"/>
              </a:lnSpc>
              <a:spcBef>
                <a:spcPts val="1375"/>
              </a:spcBef>
              <a:spcAft>
                <a:spcPts val="0"/>
              </a:spcAft>
              <a:buClr>
                <a:schemeClr val="dk1"/>
              </a:buClr>
              <a:buSzPts val="1800"/>
              <a:buChar char="•"/>
              <a:defRPr/>
            </a:lvl4pPr>
            <a:lvl5pPr marL="2286000" lvl="4" indent="-342900" algn="l">
              <a:lnSpc>
                <a:spcPct val="90000"/>
              </a:lnSpc>
              <a:spcBef>
                <a:spcPts val="1375"/>
              </a:spcBef>
              <a:spcAft>
                <a:spcPts val="0"/>
              </a:spcAft>
              <a:buClr>
                <a:schemeClr val="dk1"/>
              </a:buClr>
              <a:buSzPts val="1800"/>
              <a:buChar char="•"/>
              <a:defRPr/>
            </a:lvl5pPr>
            <a:lvl6pPr marL="2743200" lvl="5" indent="-342900" algn="l">
              <a:lnSpc>
                <a:spcPct val="90000"/>
              </a:lnSpc>
              <a:spcBef>
                <a:spcPts val="1378"/>
              </a:spcBef>
              <a:spcAft>
                <a:spcPts val="0"/>
              </a:spcAft>
              <a:buClr>
                <a:schemeClr val="dk1"/>
              </a:buClr>
              <a:buSzPts val="1800"/>
              <a:buChar char="•"/>
              <a:defRPr/>
            </a:lvl6pPr>
            <a:lvl7pPr marL="3200400" lvl="6" indent="-342900" algn="l">
              <a:lnSpc>
                <a:spcPct val="90000"/>
              </a:lnSpc>
              <a:spcBef>
                <a:spcPts val="1378"/>
              </a:spcBef>
              <a:spcAft>
                <a:spcPts val="0"/>
              </a:spcAft>
              <a:buClr>
                <a:schemeClr val="dk1"/>
              </a:buClr>
              <a:buSzPts val="1800"/>
              <a:buChar char="•"/>
              <a:defRPr/>
            </a:lvl7pPr>
            <a:lvl8pPr marL="3657600" lvl="7" indent="-342900" algn="l">
              <a:lnSpc>
                <a:spcPct val="90000"/>
              </a:lnSpc>
              <a:spcBef>
                <a:spcPts val="1378"/>
              </a:spcBef>
              <a:spcAft>
                <a:spcPts val="0"/>
              </a:spcAft>
              <a:buClr>
                <a:schemeClr val="dk1"/>
              </a:buClr>
              <a:buSzPts val="1800"/>
              <a:buChar char="•"/>
              <a:defRPr/>
            </a:lvl8pPr>
            <a:lvl9pPr marL="4114800" lvl="8" indent="-342900" algn="l">
              <a:lnSpc>
                <a:spcPct val="90000"/>
              </a:lnSpc>
              <a:spcBef>
                <a:spcPts val="1378"/>
              </a:spcBef>
              <a:spcAft>
                <a:spcPts val="0"/>
              </a:spcAft>
              <a:buClr>
                <a:schemeClr val="dk1"/>
              </a:buClr>
              <a:buSzPts val="1800"/>
              <a:buChar char="•"/>
              <a:defRPr/>
            </a:lvl9pPr>
          </a:lstStyle>
          <a:p>
            <a:endParaRPr/>
          </a:p>
        </p:txBody>
      </p:sp>
      <p:sp>
        <p:nvSpPr>
          <p:cNvPr id="52" name="Google Shape;52;p8"/>
          <p:cNvSpPr txBox="1">
            <a:spLocks noGrp="1"/>
          </p:cNvSpPr>
          <p:nvPr>
            <p:ph type="body" idx="3"/>
          </p:nvPr>
        </p:nvSpPr>
        <p:spPr>
          <a:xfrm>
            <a:off x="12753471" y="8824938"/>
            <a:ext cx="10709897" cy="432496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2750"/>
              </a:spcBef>
              <a:spcAft>
                <a:spcPts val="0"/>
              </a:spcAft>
              <a:buClr>
                <a:schemeClr val="dk1"/>
              </a:buClr>
              <a:buSzPts val="6612"/>
              <a:buNone/>
              <a:defRPr sz="6612" b="1"/>
            </a:lvl1pPr>
            <a:lvl2pPr marL="914400" lvl="1" indent="-228600" algn="l">
              <a:lnSpc>
                <a:spcPct val="90000"/>
              </a:lnSpc>
              <a:spcBef>
                <a:spcPts val="1375"/>
              </a:spcBef>
              <a:spcAft>
                <a:spcPts val="0"/>
              </a:spcAft>
              <a:buClr>
                <a:schemeClr val="dk1"/>
              </a:buClr>
              <a:buSzPts val="5510"/>
              <a:buNone/>
              <a:defRPr sz="5510" b="1"/>
            </a:lvl2pPr>
            <a:lvl3pPr marL="1371600" lvl="2" indent="-228600" algn="l">
              <a:lnSpc>
                <a:spcPct val="90000"/>
              </a:lnSpc>
              <a:spcBef>
                <a:spcPts val="1375"/>
              </a:spcBef>
              <a:spcAft>
                <a:spcPts val="0"/>
              </a:spcAft>
              <a:buClr>
                <a:schemeClr val="dk1"/>
              </a:buClr>
              <a:buSzPts val="4959"/>
              <a:buNone/>
              <a:defRPr sz="4959" b="1"/>
            </a:lvl3pPr>
            <a:lvl4pPr marL="1828800" lvl="3" indent="-228600" algn="l">
              <a:lnSpc>
                <a:spcPct val="90000"/>
              </a:lnSpc>
              <a:spcBef>
                <a:spcPts val="1375"/>
              </a:spcBef>
              <a:spcAft>
                <a:spcPts val="0"/>
              </a:spcAft>
              <a:buClr>
                <a:schemeClr val="dk1"/>
              </a:buClr>
              <a:buSzPts val="4408"/>
              <a:buNone/>
              <a:defRPr sz="4408" b="1"/>
            </a:lvl4pPr>
            <a:lvl5pPr marL="2286000" lvl="4" indent="-228600" algn="l">
              <a:lnSpc>
                <a:spcPct val="90000"/>
              </a:lnSpc>
              <a:spcBef>
                <a:spcPts val="1375"/>
              </a:spcBef>
              <a:spcAft>
                <a:spcPts val="0"/>
              </a:spcAft>
              <a:buClr>
                <a:schemeClr val="dk1"/>
              </a:buClr>
              <a:buSzPts val="4408"/>
              <a:buNone/>
              <a:defRPr sz="4408" b="1"/>
            </a:lvl5pPr>
            <a:lvl6pPr marL="2743200" lvl="5" indent="-228600" algn="l">
              <a:lnSpc>
                <a:spcPct val="90000"/>
              </a:lnSpc>
              <a:spcBef>
                <a:spcPts val="1378"/>
              </a:spcBef>
              <a:spcAft>
                <a:spcPts val="0"/>
              </a:spcAft>
              <a:buClr>
                <a:schemeClr val="dk1"/>
              </a:buClr>
              <a:buSzPts val="4408"/>
              <a:buNone/>
              <a:defRPr sz="4408" b="1"/>
            </a:lvl6pPr>
            <a:lvl7pPr marL="3200400" lvl="6" indent="-228600" algn="l">
              <a:lnSpc>
                <a:spcPct val="90000"/>
              </a:lnSpc>
              <a:spcBef>
                <a:spcPts val="1378"/>
              </a:spcBef>
              <a:spcAft>
                <a:spcPts val="0"/>
              </a:spcAft>
              <a:buClr>
                <a:schemeClr val="dk1"/>
              </a:buClr>
              <a:buSzPts val="4408"/>
              <a:buNone/>
              <a:defRPr sz="4408" b="1"/>
            </a:lvl7pPr>
            <a:lvl8pPr marL="3657600" lvl="7" indent="-228600" algn="l">
              <a:lnSpc>
                <a:spcPct val="90000"/>
              </a:lnSpc>
              <a:spcBef>
                <a:spcPts val="1378"/>
              </a:spcBef>
              <a:spcAft>
                <a:spcPts val="0"/>
              </a:spcAft>
              <a:buClr>
                <a:schemeClr val="dk1"/>
              </a:buClr>
              <a:buSzPts val="4408"/>
              <a:buNone/>
              <a:defRPr sz="4408" b="1"/>
            </a:lvl8pPr>
            <a:lvl9pPr marL="4114800" lvl="8" indent="-228600" algn="l">
              <a:lnSpc>
                <a:spcPct val="90000"/>
              </a:lnSpc>
              <a:spcBef>
                <a:spcPts val="1378"/>
              </a:spcBef>
              <a:spcAft>
                <a:spcPts val="0"/>
              </a:spcAft>
              <a:buClr>
                <a:schemeClr val="dk1"/>
              </a:buClr>
              <a:buSzPts val="4408"/>
              <a:buNone/>
              <a:defRPr sz="4408" b="1"/>
            </a:lvl9pPr>
          </a:lstStyle>
          <a:p>
            <a:endParaRPr/>
          </a:p>
        </p:txBody>
      </p:sp>
      <p:sp>
        <p:nvSpPr>
          <p:cNvPr id="53" name="Google Shape;53;p8"/>
          <p:cNvSpPr txBox="1">
            <a:spLocks noGrp="1"/>
          </p:cNvSpPr>
          <p:nvPr>
            <p:ph type="body" idx="4"/>
          </p:nvPr>
        </p:nvSpPr>
        <p:spPr>
          <a:xfrm>
            <a:off x="12753471" y="13149904"/>
            <a:ext cx="10709897" cy="1934152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750"/>
              </a:spcBef>
              <a:spcAft>
                <a:spcPts val="0"/>
              </a:spcAft>
              <a:buClr>
                <a:schemeClr val="dk1"/>
              </a:buClr>
              <a:buSzPts val="1800"/>
              <a:buChar char="•"/>
              <a:defRPr/>
            </a:lvl1pPr>
            <a:lvl2pPr marL="914400" lvl="1" indent="-342900" algn="l">
              <a:lnSpc>
                <a:spcPct val="90000"/>
              </a:lnSpc>
              <a:spcBef>
                <a:spcPts val="1375"/>
              </a:spcBef>
              <a:spcAft>
                <a:spcPts val="0"/>
              </a:spcAft>
              <a:buClr>
                <a:schemeClr val="dk1"/>
              </a:buClr>
              <a:buSzPts val="1800"/>
              <a:buChar char="•"/>
              <a:defRPr/>
            </a:lvl2pPr>
            <a:lvl3pPr marL="1371600" lvl="2" indent="-342900" algn="l">
              <a:lnSpc>
                <a:spcPct val="90000"/>
              </a:lnSpc>
              <a:spcBef>
                <a:spcPts val="1375"/>
              </a:spcBef>
              <a:spcAft>
                <a:spcPts val="0"/>
              </a:spcAft>
              <a:buClr>
                <a:schemeClr val="dk1"/>
              </a:buClr>
              <a:buSzPts val="1800"/>
              <a:buChar char="•"/>
              <a:defRPr/>
            </a:lvl3pPr>
            <a:lvl4pPr marL="1828800" lvl="3" indent="-342900" algn="l">
              <a:lnSpc>
                <a:spcPct val="90000"/>
              </a:lnSpc>
              <a:spcBef>
                <a:spcPts val="1375"/>
              </a:spcBef>
              <a:spcAft>
                <a:spcPts val="0"/>
              </a:spcAft>
              <a:buClr>
                <a:schemeClr val="dk1"/>
              </a:buClr>
              <a:buSzPts val="1800"/>
              <a:buChar char="•"/>
              <a:defRPr/>
            </a:lvl4pPr>
            <a:lvl5pPr marL="2286000" lvl="4" indent="-342900" algn="l">
              <a:lnSpc>
                <a:spcPct val="90000"/>
              </a:lnSpc>
              <a:spcBef>
                <a:spcPts val="1375"/>
              </a:spcBef>
              <a:spcAft>
                <a:spcPts val="0"/>
              </a:spcAft>
              <a:buClr>
                <a:schemeClr val="dk1"/>
              </a:buClr>
              <a:buSzPts val="1800"/>
              <a:buChar char="•"/>
              <a:defRPr/>
            </a:lvl5pPr>
            <a:lvl6pPr marL="2743200" lvl="5" indent="-342900" algn="l">
              <a:lnSpc>
                <a:spcPct val="90000"/>
              </a:lnSpc>
              <a:spcBef>
                <a:spcPts val="1378"/>
              </a:spcBef>
              <a:spcAft>
                <a:spcPts val="0"/>
              </a:spcAft>
              <a:buClr>
                <a:schemeClr val="dk1"/>
              </a:buClr>
              <a:buSzPts val="1800"/>
              <a:buChar char="•"/>
              <a:defRPr/>
            </a:lvl6pPr>
            <a:lvl7pPr marL="3200400" lvl="6" indent="-342900" algn="l">
              <a:lnSpc>
                <a:spcPct val="90000"/>
              </a:lnSpc>
              <a:spcBef>
                <a:spcPts val="1378"/>
              </a:spcBef>
              <a:spcAft>
                <a:spcPts val="0"/>
              </a:spcAft>
              <a:buClr>
                <a:schemeClr val="dk1"/>
              </a:buClr>
              <a:buSzPts val="1800"/>
              <a:buChar char="•"/>
              <a:defRPr/>
            </a:lvl7pPr>
            <a:lvl8pPr marL="3657600" lvl="7" indent="-342900" algn="l">
              <a:lnSpc>
                <a:spcPct val="90000"/>
              </a:lnSpc>
              <a:spcBef>
                <a:spcPts val="1378"/>
              </a:spcBef>
              <a:spcAft>
                <a:spcPts val="0"/>
              </a:spcAft>
              <a:buClr>
                <a:schemeClr val="dk1"/>
              </a:buClr>
              <a:buSzPts val="1800"/>
              <a:buChar char="•"/>
              <a:defRPr/>
            </a:lvl8pPr>
            <a:lvl9pPr marL="4114800" lvl="8" indent="-342900" algn="l">
              <a:lnSpc>
                <a:spcPct val="90000"/>
              </a:lnSpc>
              <a:spcBef>
                <a:spcPts val="1378"/>
              </a:spcBef>
              <a:spcAft>
                <a:spcPts val="0"/>
              </a:spcAft>
              <a:buClr>
                <a:schemeClr val="dk1"/>
              </a:buClr>
              <a:buSzPts val="1800"/>
              <a:buChar char="•"/>
              <a:defRPr/>
            </a:lvl9pPr>
          </a:lstStyle>
          <a:p>
            <a:endParaRPr/>
          </a:p>
        </p:txBody>
      </p:sp>
      <p:sp>
        <p:nvSpPr>
          <p:cNvPr id="54" name="Google Shape;54;p8"/>
          <p:cNvSpPr txBox="1">
            <a:spLocks noGrp="1"/>
          </p:cNvSpPr>
          <p:nvPr>
            <p:ph type="dt" idx="10"/>
          </p:nvPr>
        </p:nvSpPr>
        <p:spPr>
          <a:xfrm>
            <a:off x="1731963" y="33366075"/>
            <a:ext cx="5668962" cy="19177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8345488" y="33366075"/>
            <a:ext cx="8501062" cy="19177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17791113" y="33366075"/>
            <a:ext cx="5668962" cy="19177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3306" b="0" i="0" u="none" strike="noStrike" cap="none">
                <a:solidFill>
                  <a:srgbClr val="888888"/>
                </a:solidFill>
                <a:latin typeface="Arial"/>
                <a:ea typeface="Arial"/>
                <a:cs typeface="Arial"/>
                <a:sym typeface="Arial"/>
              </a:defRPr>
            </a:lvl1pPr>
            <a:lvl2pPr marL="0" marR="0" lvl="1" indent="0" algn="r">
              <a:spcBef>
                <a:spcPts val="0"/>
              </a:spcBef>
              <a:spcAft>
                <a:spcPts val="0"/>
              </a:spcAft>
              <a:buNone/>
              <a:defRPr sz="3306" b="0" i="0" u="none" strike="noStrike" cap="none">
                <a:solidFill>
                  <a:srgbClr val="888888"/>
                </a:solidFill>
                <a:latin typeface="Arial"/>
                <a:ea typeface="Arial"/>
                <a:cs typeface="Arial"/>
                <a:sym typeface="Arial"/>
              </a:defRPr>
            </a:lvl2pPr>
            <a:lvl3pPr marL="0" marR="0" lvl="2" indent="0" algn="r">
              <a:spcBef>
                <a:spcPts val="0"/>
              </a:spcBef>
              <a:spcAft>
                <a:spcPts val="0"/>
              </a:spcAft>
              <a:buNone/>
              <a:defRPr sz="3306" b="0" i="0" u="none" strike="noStrike" cap="none">
                <a:solidFill>
                  <a:srgbClr val="888888"/>
                </a:solidFill>
                <a:latin typeface="Arial"/>
                <a:ea typeface="Arial"/>
                <a:cs typeface="Arial"/>
                <a:sym typeface="Arial"/>
              </a:defRPr>
            </a:lvl3pPr>
            <a:lvl4pPr marL="0" marR="0" lvl="3" indent="0" algn="r">
              <a:spcBef>
                <a:spcPts val="0"/>
              </a:spcBef>
              <a:spcAft>
                <a:spcPts val="0"/>
              </a:spcAft>
              <a:buNone/>
              <a:defRPr sz="3306" b="0" i="0" u="none" strike="noStrike" cap="none">
                <a:solidFill>
                  <a:srgbClr val="888888"/>
                </a:solidFill>
                <a:latin typeface="Arial"/>
                <a:ea typeface="Arial"/>
                <a:cs typeface="Arial"/>
                <a:sym typeface="Arial"/>
              </a:defRPr>
            </a:lvl4pPr>
            <a:lvl5pPr marL="0" marR="0" lvl="4" indent="0" algn="r">
              <a:spcBef>
                <a:spcPts val="0"/>
              </a:spcBef>
              <a:spcAft>
                <a:spcPts val="0"/>
              </a:spcAft>
              <a:buNone/>
              <a:defRPr sz="3306" b="0" i="0" u="none" strike="noStrike" cap="none">
                <a:solidFill>
                  <a:srgbClr val="888888"/>
                </a:solidFill>
                <a:latin typeface="Arial"/>
                <a:ea typeface="Arial"/>
                <a:cs typeface="Arial"/>
                <a:sym typeface="Arial"/>
              </a:defRPr>
            </a:lvl5pPr>
            <a:lvl6pPr marL="0" marR="0" lvl="5" indent="0" algn="r">
              <a:spcBef>
                <a:spcPts val="0"/>
              </a:spcBef>
              <a:spcAft>
                <a:spcPts val="0"/>
              </a:spcAft>
              <a:buNone/>
              <a:defRPr sz="3306" b="0" i="0" u="none" strike="noStrike" cap="none">
                <a:solidFill>
                  <a:srgbClr val="888888"/>
                </a:solidFill>
                <a:latin typeface="Arial"/>
                <a:ea typeface="Arial"/>
                <a:cs typeface="Arial"/>
                <a:sym typeface="Arial"/>
              </a:defRPr>
            </a:lvl6pPr>
            <a:lvl7pPr marL="0" marR="0" lvl="6" indent="0" algn="r">
              <a:spcBef>
                <a:spcPts val="0"/>
              </a:spcBef>
              <a:spcAft>
                <a:spcPts val="0"/>
              </a:spcAft>
              <a:buNone/>
              <a:defRPr sz="3306" b="0" i="0" u="none" strike="noStrike" cap="none">
                <a:solidFill>
                  <a:srgbClr val="888888"/>
                </a:solidFill>
                <a:latin typeface="Arial"/>
                <a:ea typeface="Arial"/>
                <a:cs typeface="Arial"/>
                <a:sym typeface="Arial"/>
              </a:defRPr>
            </a:lvl7pPr>
            <a:lvl8pPr marL="0" marR="0" lvl="7" indent="0" algn="r">
              <a:spcBef>
                <a:spcPts val="0"/>
              </a:spcBef>
              <a:spcAft>
                <a:spcPts val="0"/>
              </a:spcAft>
              <a:buNone/>
              <a:defRPr sz="3306" b="0" i="0" u="none" strike="noStrike" cap="none">
                <a:solidFill>
                  <a:srgbClr val="888888"/>
                </a:solidFill>
                <a:latin typeface="Arial"/>
                <a:ea typeface="Arial"/>
                <a:cs typeface="Arial"/>
                <a:sym typeface="Arial"/>
              </a:defRPr>
            </a:lvl8pPr>
            <a:lvl9pPr marL="0" marR="0" lvl="8" indent="0" algn="r">
              <a:spcBef>
                <a:spcPts val="0"/>
              </a:spcBef>
              <a:spcAft>
                <a:spcPts val="0"/>
              </a:spcAft>
              <a:buNone/>
              <a:defRPr sz="3306"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Yalnızca Başlık" type="titleOnly">
  <p:cSld name="TITLE_ONLY">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1731963" y="1916113"/>
            <a:ext cx="21728112" cy="6959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9" name="Google Shape;59;p9"/>
          <p:cNvSpPr txBox="1">
            <a:spLocks noGrp="1"/>
          </p:cNvSpPr>
          <p:nvPr>
            <p:ph type="dt" idx="10"/>
          </p:nvPr>
        </p:nvSpPr>
        <p:spPr>
          <a:xfrm>
            <a:off x="1731963" y="33366075"/>
            <a:ext cx="5668962" cy="19177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ftr" idx="11"/>
          </p:nvPr>
        </p:nvSpPr>
        <p:spPr>
          <a:xfrm>
            <a:off x="8345488" y="33366075"/>
            <a:ext cx="8501062" cy="19177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9"/>
          <p:cNvSpPr txBox="1">
            <a:spLocks noGrp="1"/>
          </p:cNvSpPr>
          <p:nvPr>
            <p:ph type="sldNum" idx="12"/>
          </p:nvPr>
        </p:nvSpPr>
        <p:spPr>
          <a:xfrm>
            <a:off x="17791113" y="33366075"/>
            <a:ext cx="5668962" cy="19177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3306" b="0" i="0" u="none" strike="noStrike" cap="none">
                <a:solidFill>
                  <a:srgbClr val="888888"/>
                </a:solidFill>
                <a:latin typeface="Arial"/>
                <a:ea typeface="Arial"/>
                <a:cs typeface="Arial"/>
                <a:sym typeface="Arial"/>
              </a:defRPr>
            </a:lvl1pPr>
            <a:lvl2pPr marL="0" marR="0" lvl="1" indent="0" algn="r">
              <a:spcBef>
                <a:spcPts val="0"/>
              </a:spcBef>
              <a:spcAft>
                <a:spcPts val="0"/>
              </a:spcAft>
              <a:buNone/>
              <a:defRPr sz="3306" b="0" i="0" u="none" strike="noStrike" cap="none">
                <a:solidFill>
                  <a:srgbClr val="888888"/>
                </a:solidFill>
                <a:latin typeface="Arial"/>
                <a:ea typeface="Arial"/>
                <a:cs typeface="Arial"/>
                <a:sym typeface="Arial"/>
              </a:defRPr>
            </a:lvl2pPr>
            <a:lvl3pPr marL="0" marR="0" lvl="2" indent="0" algn="r">
              <a:spcBef>
                <a:spcPts val="0"/>
              </a:spcBef>
              <a:spcAft>
                <a:spcPts val="0"/>
              </a:spcAft>
              <a:buNone/>
              <a:defRPr sz="3306" b="0" i="0" u="none" strike="noStrike" cap="none">
                <a:solidFill>
                  <a:srgbClr val="888888"/>
                </a:solidFill>
                <a:latin typeface="Arial"/>
                <a:ea typeface="Arial"/>
                <a:cs typeface="Arial"/>
                <a:sym typeface="Arial"/>
              </a:defRPr>
            </a:lvl3pPr>
            <a:lvl4pPr marL="0" marR="0" lvl="3" indent="0" algn="r">
              <a:spcBef>
                <a:spcPts val="0"/>
              </a:spcBef>
              <a:spcAft>
                <a:spcPts val="0"/>
              </a:spcAft>
              <a:buNone/>
              <a:defRPr sz="3306" b="0" i="0" u="none" strike="noStrike" cap="none">
                <a:solidFill>
                  <a:srgbClr val="888888"/>
                </a:solidFill>
                <a:latin typeface="Arial"/>
                <a:ea typeface="Arial"/>
                <a:cs typeface="Arial"/>
                <a:sym typeface="Arial"/>
              </a:defRPr>
            </a:lvl4pPr>
            <a:lvl5pPr marL="0" marR="0" lvl="4" indent="0" algn="r">
              <a:spcBef>
                <a:spcPts val="0"/>
              </a:spcBef>
              <a:spcAft>
                <a:spcPts val="0"/>
              </a:spcAft>
              <a:buNone/>
              <a:defRPr sz="3306" b="0" i="0" u="none" strike="noStrike" cap="none">
                <a:solidFill>
                  <a:srgbClr val="888888"/>
                </a:solidFill>
                <a:latin typeface="Arial"/>
                <a:ea typeface="Arial"/>
                <a:cs typeface="Arial"/>
                <a:sym typeface="Arial"/>
              </a:defRPr>
            </a:lvl5pPr>
            <a:lvl6pPr marL="0" marR="0" lvl="5" indent="0" algn="r">
              <a:spcBef>
                <a:spcPts val="0"/>
              </a:spcBef>
              <a:spcAft>
                <a:spcPts val="0"/>
              </a:spcAft>
              <a:buNone/>
              <a:defRPr sz="3306" b="0" i="0" u="none" strike="noStrike" cap="none">
                <a:solidFill>
                  <a:srgbClr val="888888"/>
                </a:solidFill>
                <a:latin typeface="Arial"/>
                <a:ea typeface="Arial"/>
                <a:cs typeface="Arial"/>
                <a:sym typeface="Arial"/>
              </a:defRPr>
            </a:lvl6pPr>
            <a:lvl7pPr marL="0" marR="0" lvl="6" indent="0" algn="r">
              <a:spcBef>
                <a:spcPts val="0"/>
              </a:spcBef>
              <a:spcAft>
                <a:spcPts val="0"/>
              </a:spcAft>
              <a:buNone/>
              <a:defRPr sz="3306" b="0" i="0" u="none" strike="noStrike" cap="none">
                <a:solidFill>
                  <a:srgbClr val="888888"/>
                </a:solidFill>
                <a:latin typeface="Arial"/>
                <a:ea typeface="Arial"/>
                <a:cs typeface="Arial"/>
                <a:sym typeface="Arial"/>
              </a:defRPr>
            </a:lvl7pPr>
            <a:lvl8pPr marL="0" marR="0" lvl="7" indent="0" algn="r">
              <a:spcBef>
                <a:spcPts val="0"/>
              </a:spcBef>
              <a:spcAft>
                <a:spcPts val="0"/>
              </a:spcAft>
              <a:buNone/>
              <a:defRPr sz="3306" b="0" i="0" u="none" strike="noStrike" cap="none">
                <a:solidFill>
                  <a:srgbClr val="888888"/>
                </a:solidFill>
                <a:latin typeface="Arial"/>
                <a:ea typeface="Arial"/>
                <a:cs typeface="Arial"/>
                <a:sym typeface="Arial"/>
              </a:defRPr>
            </a:lvl8pPr>
            <a:lvl9pPr marL="0" marR="0" lvl="8" indent="0" algn="r">
              <a:spcBef>
                <a:spcPts val="0"/>
              </a:spcBef>
              <a:spcAft>
                <a:spcPts val="0"/>
              </a:spcAft>
              <a:buNone/>
              <a:defRPr sz="3306"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şlıklı İçerik" type="objTx">
  <p:cSld name="OBJECT_WITH_CAPTION_TEXT">
    <p:spTree>
      <p:nvGrpSpPr>
        <p:cNvPr id="1" name="Shape 62"/>
        <p:cNvGrpSpPr/>
        <p:nvPr/>
      </p:nvGrpSpPr>
      <p:grpSpPr>
        <a:xfrm>
          <a:off x="0" y="0"/>
          <a:ext cx="0" cy="0"/>
          <a:chOff x="0" y="0"/>
          <a:chExt cx="0" cy="0"/>
        </a:xfrm>
      </p:grpSpPr>
      <p:sp>
        <p:nvSpPr>
          <p:cNvPr id="63" name="Google Shape;63;p10"/>
          <p:cNvSpPr txBox="1">
            <a:spLocks noGrp="1"/>
          </p:cNvSpPr>
          <p:nvPr>
            <p:ph type="title"/>
          </p:nvPr>
        </p:nvSpPr>
        <p:spPr>
          <a:xfrm>
            <a:off x="1735234" y="2399982"/>
            <a:ext cx="8125088" cy="839993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1400"/>
              <a:buNone/>
              <a:defRPr sz="8816"/>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4" name="Google Shape;64;p10"/>
          <p:cNvSpPr txBox="1">
            <a:spLocks noGrp="1"/>
          </p:cNvSpPr>
          <p:nvPr>
            <p:ph type="body" idx="1"/>
          </p:nvPr>
        </p:nvSpPr>
        <p:spPr>
          <a:xfrm>
            <a:off x="10709898" y="5183304"/>
            <a:ext cx="12753469" cy="25583147"/>
          </a:xfrm>
          <a:prstGeom prst="rect">
            <a:avLst/>
          </a:prstGeom>
          <a:noFill/>
          <a:ln>
            <a:noFill/>
          </a:ln>
        </p:spPr>
        <p:txBody>
          <a:bodyPr spcFirstLastPara="1" wrap="square" lIns="91425" tIns="45700" rIns="91425" bIns="45700" anchor="t" anchorCtr="0">
            <a:normAutofit/>
          </a:bodyPr>
          <a:lstStyle>
            <a:lvl1pPr marL="457200" lvl="0" indent="-788416" algn="l">
              <a:lnSpc>
                <a:spcPct val="90000"/>
              </a:lnSpc>
              <a:spcBef>
                <a:spcPts val="2750"/>
              </a:spcBef>
              <a:spcAft>
                <a:spcPts val="0"/>
              </a:spcAft>
              <a:buClr>
                <a:schemeClr val="dk1"/>
              </a:buClr>
              <a:buSzPts val="8816"/>
              <a:buChar char="•"/>
              <a:defRPr sz="8816"/>
            </a:lvl1pPr>
            <a:lvl2pPr marL="914400" lvl="1" indent="-718439" algn="l">
              <a:lnSpc>
                <a:spcPct val="90000"/>
              </a:lnSpc>
              <a:spcBef>
                <a:spcPts val="1375"/>
              </a:spcBef>
              <a:spcAft>
                <a:spcPts val="0"/>
              </a:spcAft>
              <a:buClr>
                <a:schemeClr val="dk1"/>
              </a:buClr>
              <a:buSzPts val="7714"/>
              <a:buChar char="•"/>
              <a:defRPr sz="7714"/>
            </a:lvl2pPr>
            <a:lvl3pPr marL="1371600" lvl="2" indent="-648462" algn="l">
              <a:lnSpc>
                <a:spcPct val="90000"/>
              </a:lnSpc>
              <a:spcBef>
                <a:spcPts val="1375"/>
              </a:spcBef>
              <a:spcAft>
                <a:spcPts val="0"/>
              </a:spcAft>
              <a:buClr>
                <a:schemeClr val="dk1"/>
              </a:buClr>
              <a:buSzPts val="6612"/>
              <a:buChar char="•"/>
              <a:defRPr sz="6612"/>
            </a:lvl3pPr>
            <a:lvl4pPr marL="1828800" lvl="3" indent="-578485" algn="l">
              <a:lnSpc>
                <a:spcPct val="90000"/>
              </a:lnSpc>
              <a:spcBef>
                <a:spcPts val="1375"/>
              </a:spcBef>
              <a:spcAft>
                <a:spcPts val="0"/>
              </a:spcAft>
              <a:buClr>
                <a:schemeClr val="dk1"/>
              </a:buClr>
              <a:buSzPts val="5510"/>
              <a:buChar char="•"/>
              <a:defRPr sz="5510"/>
            </a:lvl4pPr>
            <a:lvl5pPr marL="2286000" lvl="4" indent="-578485" algn="l">
              <a:lnSpc>
                <a:spcPct val="90000"/>
              </a:lnSpc>
              <a:spcBef>
                <a:spcPts val="1375"/>
              </a:spcBef>
              <a:spcAft>
                <a:spcPts val="0"/>
              </a:spcAft>
              <a:buClr>
                <a:schemeClr val="dk1"/>
              </a:buClr>
              <a:buSzPts val="5510"/>
              <a:buChar char="•"/>
              <a:defRPr sz="5510"/>
            </a:lvl5pPr>
            <a:lvl6pPr marL="2743200" lvl="5" indent="-578485" algn="l">
              <a:lnSpc>
                <a:spcPct val="90000"/>
              </a:lnSpc>
              <a:spcBef>
                <a:spcPts val="1378"/>
              </a:spcBef>
              <a:spcAft>
                <a:spcPts val="0"/>
              </a:spcAft>
              <a:buClr>
                <a:schemeClr val="dk1"/>
              </a:buClr>
              <a:buSzPts val="5510"/>
              <a:buChar char="•"/>
              <a:defRPr sz="5510"/>
            </a:lvl6pPr>
            <a:lvl7pPr marL="3200400" lvl="6" indent="-578485" algn="l">
              <a:lnSpc>
                <a:spcPct val="90000"/>
              </a:lnSpc>
              <a:spcBef>
                <a:spcPts val="1378"/>
              </a:spcBef>
              <a:spcAft>
                <a:spcPts val="0"/>
              </a:spcAft>
              <a:buClr>
                <a:schemeClr val="dk1"/>
              </a:buClr>
              <a:buSzPts val="5510"/>
              <a:buChar char="•"/>
              <a:defRPr sz="5510"/>
            </a:lvl7pPr>
            <a:lvl8pPr marL="3657600" lvl="7" indent="-578485" algn="l">
              <a:lnSpc>
                <a:spcPct val="90000"/>
              </a:lnSpc>
              <a:spcBef>
                <a:spcPts val="1378"/>
              </a:spcBef>
              <a:spcAft>
                <a:spcPts val="0"/>
              </a:spcAft>
              <a:buClr>
                <a:schemeClr val="dk1"/>
              </a:buClr>
              <a:buSzPts val="5510"/>
              <a:buChar char="•"/>
              <a:defRPr sz="5510"/>
            </a:lvl8pPr>
            <a:lvl9pPr marL="4114800" lvl="8" indent="-578485" algn="l">
              <a:lnSpc>
                <a:spcPct val="90000"/>
              </a:lnSpc>
              <a:spcBef>
                <a:spcPts val="1378"/>
              </a:spcBef>
              <a:spcAft>
                <a:spcPts val="0"/>
              </a:spcAft>
              <a:buClr>
                <a:schemeClr val="dk1"/>
              </a:buClr>
              <a:buSzPts val="5510"/>
              <a:buChar char="•"/>
              <a:defRPr sz="5510"/>
            </a:lvl9pPr>
          </a:lstStyle>
          <a:p>
            <a:endParaRPr/>
          </a:p>
        </p:txBody>
      </p:sp>
      <p:sp>
        <p:nvSpPr>
          <p:cNvPr id="65" name="Google Shape;65;p10"/>
          <p:cNvSpPr txBox="1">
            <a:spLocks noGrp="1"/>
          </p:cNvSpPr>
          <p:nvPr>
            <p:ph type="body" idx="2"/>
          </p:nvPr>
        </p:nvSpPr>
        <p:spPr>
          <a:xfrm>
            <a:off x="1735234" y="10799922"/>
            <a:ext cx="8125088" cy="2000819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2750"/>
              </a:spcBef>
              <a:spcAft>
                <a:spcPts val="0"/>
              </a:spcAft>
              <a:buClr>
                <a:schemeClr val="dk1"/>
              </a:buClr>
              <a:buSzPts val="4408"/>
              <a:buNone/>
              <a:defRPr sz="4408"/>
            </a:lvl1pPr>
            <a:lvl2pPr marL="914400" lvl="1" indent="-228600" algn="l">
              <a:lnSpc>
                <a:spcPct val="90000"/>
              </a:lnSpc>
              <a:spcBef>
                <a:spcPts val="1375"/>
              </a:spcBef>
              <a:spcAft>
                <a:spcPts val="0"/>
              </a:spcAft>
              <a:buClr>
                <a:schemeClr val="dk1"/>
              </a:buClr>
              <a:buSzPts val="3857"/>
              <a:buNone/>
              <a:defRPr sz="3857"/>
            </a:lvl2pPr>
            <a:lvl3pPr marL="1371600" lvl="2" indent="-228600" algn="l">
              <a:lnSpc>
                <a:spcPct val="90000"/>
              </a:lnSpc>
              <a:spcBef>
                <a:spcPts val="1375"/>
              </a:spcBef>
              <a:spcAft>
                <a:spcPts val="0"/>
              </a:spcAft>
              <a:buClr>
                <a:schemeClr val="dk1"/>
              </a:buClr>
              <a:buSzPts val="3306"/>
              <a:buNone/>
              <a:defRPr sz="3306"/>
            </a:lvl3pPr>
            <a:lvl4pPr marL="1828800" lvl="3" indent="-228600" algn="l">
              <a:lnSpc>
                <a:spcPct val="90000"/>
              </a:lnSpc>
              <a:spcBef>
                <a:spcPts val="1375"/>
              </a:spcBef>
              <a:spcAft>
                <a:spcPts val="0"/>
              </a:spcAft>
              <a:buClr>
                <a:schemeClr val="dk1"/>
              </a:buClr>
              <a:buSzPts val="2755"/>
              <a:buNone/>
              <a:defRPr sz="2755"/>
            </a:lvl4pPr>
            <a:lvl5pPr marL="2286000" lvl="4" indent="-228600" algn="l">
              <a:lnSpc>
                <a:spcPct val="90000"/>
              </a:lnSpc>
              <a:spcBef>
                <a:spcPts val="1375"/>
              </a:spcBef>
              <a:spcAft>
                <a:spcPts val="0"/>
              </a:spcAft>
              <a:buClr>
                <a:schemeClr val="dk1"/>
              </a:buClr>
              <a:buSzPts val="2755"/>
              <a:buNone/>
              <a:defRPr sz="2755"/>
            </a:lvl5pPr>
            <a:lvl6pPr marL="2743200" lvl="5" indent="-228600" algn="l">
              <a:lnSpc>
                <a:spcPct val="90000"/>
              </a:lnSpc>
              <a:spcBef>
                <a:spcPts val="1378"/>
              </a:spcBef>
              <a:spcAft>
                <a:spcPts val="0"/>
              </a:spcAft>
              <a:buClr>
                <a:schemeClr val="dk1"/>
              </a:buClr>
              <a:buSzPts val="2755"/>
              <a:buNone/>
              <a:defRPr sz="2755"/>
            </a:lvl6pPr>
            <a:lvl7pPr marL="3200400" lvl="6" indent="-228600" algn="l">
              <a:lnSpc>
                <a:spcPct val="90000"/>
              </a:lnSpc>
              <a:spcBef>
                <a:spcPts val="1378"/>
              </a:spcBef>
              <a:spcAft>
                <a:spcPts val="0"/>
              </a:spcAft>
              <a:buClr>
                <a:schemeClr val="dk1"/>
              </a:buClr>
              <a:buSzPts val="2755"/>
              <a:buNone/>
              <a:defRPr sz="2755"/>
            </a:lvl7pPr>
            <a:lvl8pPr marL="3657600" lvl="7" indent="-228600" algn="l">
              <a:lnSpc>
                <a:spcPct val="90000"/>
              </a:lnSpc>
              <a:spcBef>
                <a:spcPts val="1378"/>
              </a:spcBef>
              <a:spcAft>
                <a:spcPts val="0"/>
              </a:spcAft>
              <a:buClr>
                <a:schemeClr val="dk1"/>
              </a:buClr>
              <a:buSzPts val="2755"/>
              <a:buNone/>
              <a:defRPr sz="2755"/>
            </a:lvl8pPr>
            <a:lvl9pPr marL="4114800" lvl="8" indent="-228600" algn="l">
              <a:lnSpc>
                <a:spcPct val="90000"/>
              </a:lnSpc>
              <a:spcBef>
                <a:spcPts val="1378"/>
              </a:spcBef>
              <a:spcAft>
                <a:spcPts val="0"/>
              </a:spcAft>
              <a:buClr>
                <a:schemeClr val="dk1"/>
              </a:buClr>
              <a:buSzPts val="2755"/>
              <a:buNone/>
              <a:defRPr sz="2755"/>
            </a:lvl9pPr>
          </a:lstStyle>
          <a:p>
            <a:endParaRPr/>
          </a:p>
        </p:txBody>
      </p:sp>
      <p:sp>
        <p:nvSpPr>
          <p:cNvPr id="66" name="Google Shape;66;p10"/>
          <p:cNvSpPr txBox="1">
            <a:spLocks noGrp="1"/>
          </p:cNvSpPr>
          <p:nvPr>
            <p:ph type="dt" idx="10"/>
          </p:nvPr>
        </p:nvSpPr>
        <p:spPr>
          <a:xfrm>
            <a:off x="1731963" y="33366075"/>
            <a:ext cx="5668962" cy="19177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ftr" idx="11"/>
          </p:nvPr>
        </p:nvSpPr>
        <p:spPr>
          <a:xfrm>
            <a:off x="8345488" y="33366075"/>
            <a:ext cx="8501062" cy="19177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0"/>
          <p:cNvSpPr txBox="1">
            <a:spLocks noGrp="1"/>
          </p:cNvSpPr>
          <p:nvPr>
            <p:ph type="sldNum" idx="12"/>
          </p:nvPr>
        </p:nvSpPr>
        <p:spPr>
          <a:xfrm>
            <a:off x="17791113" y="33366075"/>
            <a:ext cx="5668962" cy="19177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3306" b="0" i="0" u="none" strike="noStrike" cap="none">
                <a:solidFill>
                  <a:srgbClr val="888888"/>
                </a:solidFill>
                <a:latin typeface="Arial"/>
                <a:ea typeface="Arial"/>
                <a:cs typeface="Arial"/>
                <a:sym typeface="Arial"/>
              </a:defRPr>
            </a:lvl1pPr>
            <a:lvl2pPr marL="0" marR="0" lvl="1" indent="0" algn="r">
              <a:spcBef>
                <a:spcPts val="0"/>
              </a:spcBef>
              <a:spcAft>
                <a:spcPts val="0"/>
              </a:spcAft>
              <a:buNone/>
              <a:defRPr sz="3306" b="0" i="0" u="none" strike="noStrike" cap="none">
                <a:solidFill>
                  <a:srgbClr val="888888"/>
                </a:solidFill>
                <a:latin typeface="Arial"/>
                <a:ea typeface="Arial"/>
                <a:cs typeface="Arial"/>
                <a:sym typeface="Arial"/>
              </a:defRPr>
            </a:lvl2pPr>
            <a:lvl3pPr marL="0" marR="0" lvl="2" indent="0" algn="r">
              <a:spcBef>
                <a:spcPts val="0"/>
              </a:spcBef>
              <a:spcAft>
                <a:spcPts val="0"/>
              </a:spcAft>
              <a:buNone/>
              <a:defRPr sz="3306" b="0" i="0" u="none" strike="noStrike" cap="none">
                <a:solidFill>
                  <a:srgbClr val="888888"/>
                </a:solidFill>
                <a:latin typeface="Arial"/>
                <a:ea typeface="Arial"/>
                <a:cs typeface="Arial"/>
                <a:sym typeface="Arial"/>
              </a:defRPr>
            </a:lvl3pPr>
            <a:lvl4pPr marL="0" marR="0" lvl="3" indent="0" algn="r">
              <a:spcBef>
                <a:spcPts val="0"/>
              </a:spcBef>
              <a:spcAft>
                <a:spcPts val="0"/>
              </a:spcAft>
              <a:buNone/>
              <a:defRPr sz="3306" b="0" i="0" u="none" strike="noStrike" cap="none">
                <a:solidFill>
                  <a:srgbClr val="888888"/>
                </a:solidFill>
                <a:latin typeface="Arial"/>
                <a:ea typeface="Arial"/>
                <a:cs typeface="Arial"/>
                <a:sym typeface="Arial"/>
              </a:defRPr>
            </a:lvl4pPr>
            <a:lvl5pPr marL="0" marR="0" lvl="4" indent="0" algn="r">
              <a:spcBef>
                <a:spcPts val="0"/>
              </a:spcBef>
              <a:spcAft>
                <a:spcPts val="0"/>
              </a:spcAft>
              <a:buNone/>
              <a:defRPr sz="3306" b="0" i="0" u="none" strike="noStrike" cap="none">
                <a:solidFill>
                  <a:srgbClr val="888888"/>
                </a:solidFill>
                <a:latin typeface="Arial"/>
                <a:ea typeface="Arial"/>
                <a:cs typeface="Arial"/>
                <a:sym typeface="Arial"/>
              </a:defRPr>
            </a:lvl5pPr>
            <a:lvl6pPr marL="0" marR="0" lvl="5" indent="0" algn="r">
              <a:spcBef>
                <a:spcPts val="0"/>
              </a:spcBef>
              <a:spcAft>
                <a:spcPts val="0"/>
              </a:spcAft>
              <a:buNone/>
              <a:defRPr sz="3306" b="0" i="0" u="none" strike="noStrike" cap="none">
                <a:solidFill>
                  <a:srgbClr val="888888"/>
                </a:solidFill>
                <a:latin typeface="Arial"/>
                <a:ea typeface="Arial"/>
                <a:cs typeface="Arial"/>
                <a:sym typeface="Arial"/>
              </a:defRPr>
            </a:lvl6pPr>
            <a:lvl7pPr marL="0" marR="0" lvl="6" indent="0" algn="r">
              <a:spcBef>
                <a:spcPts val="0"/>
              </a:spcBef>
              <a:spcAft>
                <a:spcPts val="0"/>
              </a:spcAft>
              <a:buNone/>
              <a:defRPr sz="3306" b="0" i="0" u="none" strike="noStrike" cap="none">
                <a:solidFill>
                  <a:srgbClr val="888888"/>
                </a:solidFill>
                <a:latin typeface="Arial"/>
                <a:ea typeface="Arial"/>
                <a:cs typeface="Arial"/>
                <a:sym typeface="Arial"/>
              </a:defRPr>
            </a:lvl7pPr>
            <a:lvl8pPr marL="0" marR="0" lvl="7" indent="0" algn="r">
              <a:spcBef>
                <a:spcPts val="0"/>
              </a:spcBef>
              <a:spcAft>
                <a:spcPts val="0"/>
              </a:spcAft>
              <a:buNone/>
              <a:defRPr sz="3306" b="0" i="0" u="none" strike="noStrike" cap="none">
                <a:solidFill>
                  <a:srgbClr val="888888"/>
                </a:solidFill>
                <a:latin typeface="Arial"/>
                <a:ea typeface="Arial"/>
                <a:cs typeface="Arial"/>
                <a:sym typeface="Arial"/>
              </a:defRPr>
            </a:lvl8pPr>
            <a:lvl9pPr marL="0" marR="0" lvl="8" indent="0" algn="r">
              <a:spcBef>
                <a:spcPts val="0"/>
              </a:spcBef>
              <a:spcAft>
                <a:spcPts val="0"/>
              </a:spcAft>
              <a:buNone/>
              <a:defRPr sz="3306"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şlıklı Resim" type="picTx">
  <p:cSld name="PICTURE_WITH_CAPTION_TEXT">
    <p:spTree>
      <p:nvGrpSpPr>
        <p:cNvPr id="1" name="Shape 69"/>
        <p:cNvGrpSpPr/>
        <p:nvPr/>
      </p:nvGrpSpPr>
      <p:grpSpPr>
        <a:xfrm>
          <a:off x="0" y="0"/>
          <a:ext cx="0" cy="0"/>
          <a:chOff x="0" y="0"/>
          <a:chExt cx="0" cy="0"/>
        </a:xfrm>
      </p:grpSpPr>
      <p:sp>
        <p:nvSpPr>
          <p:cNvPr id="70" name="Google Shape;70;p11"/>
          <p:cNvSpPr txBox="1">
            <a:spLocks noGrp="1"/>
          </p:cNvSpPr>
          <p:nvPr>
            <p:ph type="title"/>
          </p:nvPr>
        </p:nvSpPr>
        <p:spPr>
          <a:xfrm>
            <a:off x="1735234" y="2399982"/>
            <a:ext cx="8125088" cy="839993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1400"/>
              <a:buNone/>
              <a:defRPr sz="8816"/>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1" name="Google Shape;71;p11"/>
          <p:cNvSpPr>
            <a:spLocks noGrp="1"/>
          </p:cNvSpPr>
          <p:nvPr>
            <p:ph type="pic" idx="2"/>
          </p:nvPr>
        </p:nvSpPr>
        <p:spPr>
          <a:xfrm>
            <a:off x="10709898" y="5183304"/>
            <a:ext cx="12753469" cy="25583147"/>
          </a:xfrm>
          <a:prstGeom prst="rect">
            <a:avLst/>
          </a:prstGeom>
          <a:noFill/>
          <a:ln>
            <a:noFill/>
          </a:ln>
        </p:spPr>
      </p:sp>
      <p:sp>
        <p:nvSpPr>
          <p:cNvPr id="72" name="Google Shape;72;p11"/>
          <p:cNvSpPr txBox="1">
            <a:spLocks noGrp="1"/>
          </p:cNvSpPr>
          <p:nvPr>
            <p:ph type="body" idx="1"/>
          </p:nvPr>
        </p:nvSpPr>
        <p:spPr>
          <a:xfrm>
            <a:off x="1735234" y="10799922"/>
            <a:ext cx="8125088" cy="2000819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2750"/>
              </a:spcBef>
              <a:spcAft>
                <a:spcPts val="0"/>
              </a:spcAft>
              <a:buClr>
                <a:schemeClr val="dk1"/>
              </a:buClr>
              <a:buSzPts val="4408"/>
              <a:buNone/>
              <a:defRPr sz="4408"/>
            </a:lvl1pPr>
            <a:lvl2pPr marL="914400" lvl="1" indent="-228600" algn="l">
              <a:lnSpc>
                <a:spcPct val="90000"/>
              </a:lnSpc>
              <a:spcBef>
                <a:spcPts val="1375"/>
              </a:spcBef>
              <a:spcAft>
                <a:spcPts val="0"/>
              </a:spcAft>
              <a:buClr>
                <a:schemeClr val="dk1"/>
              </a:buClr>
              <a:buSzPts val="3857"/>
              <a:buNone/>
              <a:defRPr sz="3857"/>
            </a:lvl2pPr>
            <a:lvl3pPr marL="1371600" lvl="2" indent="-228600" algn="l">
              <a:lnSpc>
                <a:spcPct val="90000"/>
              </a:lnSpc>
              <a:spcBef>
                <a:spcPts val="1375"/>
              </a:spcBef>
              <a:spcAft>
                <a:spcPts val="0"/>
              </a:spcAft>
              <a:buClr>
                <a:schemeClr val="dk1"/>
              </a:buClr>
              <a:buSzPts val="3306"/>
              <a:buNone/>
              <a:defRPr sz="3306"/>
            </a:lvl3pPr>
            <a:lvl4pPr marL="1828800" lvl="3" indent="-228600" algn="l">
              <a:lnSpc>
                <a:spcPct val="90000"/>
              </a:lnSpc>
              <a:spcBef>
                <a:spcPts val="1375"/>
              </a:spcBef>
              <a:spcAft>
                <a:spcPts val="0"/>
              </a:spcAft>
              <a:buClr>
                <a:schemeClr val="dk1"/>
              </a:buClr>
              <a:buSzPts val="2755"/>
              <a:buNone/>
              <a:defRPr sz="2755"/>
            </a:lvl4pPr>
            <a:lvl5pPr marL="2286000" lvl="4" indent="-228600" algn="l">
              <a:lnSpc>
                <a:spcPct val="90000"/>
              </a:lnSpc>
              <a:spcBef>
                <a:spcPts val="1375"/>
              </a:spcBef>
              <a:spcAft>
                <a:spcPts val="0"/>
              </a:spcAft>
              <a:buClr>
                <a:schemeClr val="dk1"/>
              </a:buClr>
              <a:buSzPts val="2755"/>
              <a:buNone/>
              <a:defRPr sz="2755"/>
            </a:lvl5pPr>
            <a:lvl6pPr marL="2743200" lvl="5" indent="-228600" algn="l">
              <a:lnSpc>
                <a:spcPct val="90000"/>
              </a:lnSpc>
              <a:spcBef>
                <a:spcPts val="1378"/>
              </a:spcBef>
              <a:spcAft>
                <a:spcPts val="0"/>
              </a:spcAft>
              <a:buClr>
                <a:schemeClr val="dk1"/>
              </a:buClr>
              <a:buSzPts val="2755"/>
              <a:buNone/>
              <a:defRPr sz="2755"/>
            </a:lvl6pPr>
            <a:lvl7pPr marL="3200400" lvl="6" indent="-228600" algn="l">
              <a:lnSpc>
                <a:spcPct val="90000"/>
              </a:lnSpc>
              <a:spcBef>
                <a:spcPts val="1378"/>
              </a:spcBef>
              <a:spcAft>
                <a:spcPts val="0"/>
              </a:spcAft>
              <a:buClr>
                <a:schemeClr val="dk1"/>
              </a:buClr>
              <a:buSzPts val="2755"/>
              <a:buNone/>
              <a:defRPr sz="2755"/>
            </a:lvl7pPr>
            <a:lvl8pPr marL="3657600" lvl="7" indent="-228600" algn="l">
              <a:lnSpc>
                <a:spcPct val="90000"/>
              </a:lnSpc>
              <a:spcBef>
                <a:spcPts val="1378"/>
              </a:spcBef>
              <a:spcAft>
                <a:spcPts val="0"/>
              </a:spcAft>
              <a:buClr>
                <a:schemeClr val="dk1"/>
              </a:buClr>
              <a:buSzPts val="2755"/>
              <a:buNone/>
              <a:defRPr sz="2755"/>
            </a:lvl8pPr>
            <a:lvl9pPr marL="4114800" lvl="8" indent="-228600" algn="l">
              <a:lnSpc>
                <a:spcPct val="90000"/>
              </a:lnSpc>
              <a:spcBef>
                <a:spcPts val="1378"/>
              </a:spcBef>
              <a:spcAft>
                <a:spcPts val="0"/>
              </a:spcAft>
              <a:buClr>
                <a:schemeClr val="dk1"/>
              </a:buClr>
              <a:buSzPts val="2755"/>
              <a:buNone/>
              <a:defRPr sz="2755"/>
            </a:lvl9pPr>
          </a:lstStyle>
          <a:p>
            <a:endParaRPr/>
          </a:p>
        </p:txBody>
      </p:sp>
      <p:sp>
        <p:nvSpPr>
          <p:cNvPr id="73" name="Google Shape;73;p11"/>
          <p:cNvSpPr txBox="1">
            <a:spLocks noGrp="1"/>
          </p:cNvSpPr>
          <p:nvPr>
            <p:ph type="dt" idx="10"/>
          </p:nvPr>
        </p:nvSpPr>
        <p:spPr>
          <a:xfrm>
            <a:off x="1731963" y="33366075"/>
            <a:ext cx="5668962" cy="19177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1"/>
          <p:cNvSpPr txBox="1">
            <a:spLocks noGrp="1"/>
          </p:cNvSpPr>
          <p:nvPr>
            <p:ph type="ftr" idx="11"/>
          </p:nvPr>
        </p:nvSpPr>
        <p:spPr>
          <a:xfrm>
            <a:off x="8345488" y="33366075"/>
            <a:ext cx="8501062" cy="19177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1"/>
          <p:cNvSpPr txBox="1">
            <a:spLocks noGrp="1"/>
          </p:cNvSpPr>
          <p:nvPr>
            <p:ph type="sldNum" idx="12"/>
          </p:nvPr>
        </p:nvSpPr>
        <p:spPr>
          <a:xfrm>
            <a:off x="17791113" y="33366075"/>
            <a:ext cx="5668962" cy="19177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3306" b="0" i="0" u="none" strike="noStrike" cap="none">
                <a:solidFill>
                  <a:srgbClr val="888888"/>
                </a:solidFill>
                <a:latin typeface="Arial"/>
                <a:ea typeface="Arial"/>
                <a:cs typeface="Arial"/>
                <a:sym typeface="Arial"/>
              </a:defRPr>
            </a:lvl1pPr>
            <a:lvl2pPr marL="0" marR="0" lvl="1" indent="0" algn="r">
              <a:spcBef>
                <a:spcPts val="0"/>
              </a:spcBef>
              <a:spcAft>
                <a:spcPts val="0"/>
              </a:spcAft>
              <a:buNone/>
              <a:defRPr sz="3306" b="0" i="0" u="none" strike="noStrike" cap="none">
                <a:solidFill>
                  <a:srgbClr val="888888"/>
                </a:solidFill>
                <a:latin typeface="Arial"/>
                <a:ea typeface="Arial"/>
                <a:cs typeface="Arial"/>
                <a:sym typeface="Arial"/>
              </a:defRPr>
            </a:lvl2pPr>
            <a:lvl3pPr marL="0" marR="0" lvl="2" indent="0" algn="r">
              <a:spcBef>
                <a:spcPts val="0"/>
              </a:spcBef>
              <a:spcAft>
                <a:spcPts val="0"/>
              </a:spcAft>
              <a:buNone/>
              <a:defRPr sz="3306" b="0" i="0" u="none" strike="noStrike" cap="none">
                <a:solidFill>
                  <a:srgbClr val="888888"/>
                </a:solidFill>
                <a:latin typeface="Arial"/>
                <a:ea typeface="Arial"/>
                <a:cs typeface="Arial"/>
                <a:sym typeface="Arial"/>
              </a:defRPr>
            </a:lvl3pPr>
            <a:lvl4pPr marL="0" marR="0" lvl="3" indent="0" algn="r">
              <a:spcBef>
                <a:spcPts val="0"/>
              </a:spcBef>
              <a:spcAft>
                <a:spcPts val="0"/>
              </a:spcAft>
              <a:buNone/>
              <a:defRPr sz="3306" b="0" i="0" u="none" strike="noStrike" cap="none">
                <a:solidFill>
                  <a:srgbClr val="888888"/>
                </a:solidFill>
                <a:latin typeface="Arial"/>
                <a:ea typeface="Arial"/>
                <a:cs typeface="Arial"/>
                <a:sym typeface="Arial"/>
              </a:defRPr>
            </a:lvl4pPr>
            <a:lvl5pPr marL="0" marR="0" lvl="4" indent="0" algn="r">
              <a:spcBef>
                <a:spcPts val="0"/>
              </a:spcBef>
              <a:spcAft>
                <a:spcPts val="0"/>
              </a:spcAft>
              <a:buNone/>
              <a:defRPr sz="3306" b="0" i="0" u="none" strike="noStrike" cap="none">
                <a:solidFill>
                  <a:srgbClr val="888888"/>
                </a:solidFill>
                <a:latin typeface="Arial"/>
                <a:ea typeface="Arial"/>
                <a:cs typeface="Arial"/>
                <a:sym typeface="Arial"/>
              </a:defRPr>
            </a:lvl5pPr>
            <a:lvl6pPr marL="0" marR="0" lvl="5" indent="0" algn="r">
              <a:spcBef>
                <a:spcPts val="0"/>
              </a:spcBef>
              <a:spcAft>
                <a:spcPts val="0"/>
              </a:spcAft>
              <a:buNone/>
              <a:defRPr sz="3306" b="0" i="0" u="none" strike="noStrike" cap="none">
                <a:solidFill>
                  <a:srgbClr val="888888"/>
                </a:solidFill>
                <a:latin typeface="Arial"/>
                <a:ea typeface="Arial"/>
                <a:cs typeface="Arial"/>
                <a:sym typeface="Arial"/>
              </a:defRPr>
            </a:lvl6pPr>
            <a:lvl7pPr marL="0" marR="0" lvl="6" indent="0" algn="r">
              <a:spcBef>
                <a:spcPts val="0"/>
              </a:spcBef>
              <a:spcAft>
                <a:spcPts val="0"/>
              </a:spcAft>
              <a:buNone/>
              <a:defRPr sz="3306" b="0" i="0" u="none" strike="noStrike" cap="none">
                <a:solidFill>
                  <a:srgbClr val="888888"/>
                </a:solidFill>
                <a:latin typeface="Arial"/>
                <a:ea typeface="Arial"/>
                <a:cs typeface="Arial"/>
                <a:sym typeface="Arial"/>
              </a:defRPr>
            </a:lvl7pPr>
            <a:lvl8pPr marL="0" marR="0" lvl="7" indent="0" algn="r">
              <a:spcBef>
                <a:spcPts val="0"/>
              </a:spcBef>
              <a:spcAft>
                <a:spcPts val="0"/>
              </a:spcAft>
              <a:buNone/>
              <a:defRPr sz="3306" b="0" i="0" u="none" strike="noStrike" cap="none">
                <a:solidFill>
                  <a:srgbClr val="888888"/>
                </a:solidFill>
                <a:latin typeface="Arial"/>
                <a:ea typeface="Arial"/>
                <a:cs typeface="Arial"/>
                <a:sym typeface="Arial"/>
              </a:defRPr>
            </a:lvl8pPr>
            <a:lvl9pPr marL="0" marR="0" lvl="8" indent="0" algn="r">
              <a:spcBef>
                <a:spcPts val="0"/>
              </a:spcBef>
              <a:spcAft>
                <a:spcPts val="0"/>
              </a:spcAft>
              <a:buNone/>
              <a:defRPr sz="3306"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şlık, Dikey Metin" type="vertTx">
  <p:cSld name="VERTICAL_TEXT">
    <p:spTree>
      <p:nvGrpSpPr>
        <p:cNvPr id="1" name="Shape 76"/>
        <p:cNvGrpSpPr/>
        <p:nvPr/>
      </p:nvGrpSpPr>
      <p:grpSpPr>
        <a:xfrm>
          <a:off x="0" y="0"/>
          <a:ext cx="0" cy="0"/>
          <a:chOff x="0" y="0"/>
          <a:chExt cx="0" cy="0"/>
        </a:xfrm>
      </p:grpSpPr>
      <p:sp>
        <p:nvSpPr>
          <p:cNvPr id="77" name="Google Shape;77;p12"/>
          <p:cNvSpPr txBox="1">
            <a:spLocks noGrp="1"/>
          </p:cNvSpPr>
          <p:nvPr>
            <p:ph type="title"/>
          </p:nvPr>
        </p:nvSpPr>
        <p:spPr>
          <a:xfrm>
            <a:off x="1731963" y="1916113"/>
            <a:ext cx="21728112" cy="6959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8" name="Google Shape;78;p12"/>
          <p:cNvSpPr txBox="1">
            <a:spLocks noGrp="1"/>
          </p:cNvSpPr>
          <p:nvPr>
            <p:ph type="body" idx="1"/>
          </p:nvPr>
        </p:nvSpPr>
        <p:spPr>
          <a:xfrm rot="5400000">
            <a:off x="1175544" y="10140157"/>
            <a:ext cx="22840950" cy="2172811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750"/>
              </a:spcBef>
              <a:spcAft>
                <a:spcPts val="0"/>
              </a:spcAft>
              <a:buClr>
                <a:schemeClr val="dk1"/>
              </a:buClr>
              <a:buSzPts val="1800"/>
              <a:buChar char="•"/>
              <a:defRPr/>
            </a:lvl1pPr>
            <a:lvl2pPr marL="914400" lvl="1" indent="-342900" algn="l">
              <a:lnSpc>
                <a:spcPct val="90000"/>
              </a:lnSpc>
              <a:spcBef>
                <a:spcPts val="1375"/>
              </a:spcBef>
              <a:spcAft>
                <a:spcPts val="0"/>
              </a:spcAft>
              <a:buClr>
                <a:schemeClr val="dk1"/>
              </a:buClr>
              <a:buSzPts val="1800"/>
              <a:buChar char="•"/>
              <a:defRPr/>
            </a:lvl2pPr>
            <a:lvl3pPr marL="1371600" lvl="2" indent="-342900" algn="l">
              <a:lnSpc>
                <a:spcPct val="90000"/>
              </a:lnSpc>
              <a:spcBef>
                <a:spcPts val="1375"/>
              </a:spcBef>
              <a:spcAft>
                <a:spcPts val="0"/>
              </a:spcAft>
              <a:buClr>
                <a:schemeClr val="dk1"/>
              </a:buClr>
              <a:buSzPts val="1800"/>
              <a:buChar char="•"/>
              <a:defRPr/>
            </a:lvl3pPr>
            <a:lvl4pPr marL="1828800" lvl="3" indent="-342900" algn="l">
              <a:lnSpc>
                <a:spcPct val="90000"/>
              </a:lnSpc>
              <a:spcBef>
                <a:spcPts val="1375"/>
              </a:spcBef>
              <a:spcAft>
                <a:spcPts val="0"/>
              </a:spcAft>
              <a:buClr>
                <a:schemeClr val="dk1"/>
              </a:buClr>
              <a:buSzPts val="1800"/>
              <a:buChar char="•"/>
              <a:defRPr/>
            </a:lvl4pPr>
            <a:lvl5pPr marL="2286000" lvl="4" indent="-342900" algn="l">
              <a:lnSpc>
                <a:spcPct val="90000"/>
              </a:lnSpc>
              <a:spcBef>
                <a:spcPts val="1375"/>
              </a:spcBef>
              <a:spcAft>
                <a:spcPts val="0"/>
              </a:spcAft>
              <a:buClr>
                <a:schemeClr val="dk1"/>
              </a:buClr>
              <a:buSzPts val="1800"/>
              <a:buChar char="•"/>
              <a:defRPr/>
            </a:lvl5pPr>
            <a:lvl6pPr marL="2743200" lvl="5" indent="-342900" algn="l">
              <a:lnSpc>
                <a:spcPct val="90000"/>
              </a:lnSpc>
              <a:spcBef>
                <a:spcPts val="1378"/>
              </a:spcBef>
              <a:spcAft>
                <a:spcPts val="0"/>
              </a:spcAft>
              <a:buClr>
                <a:schemeClr val="dk1"/>
              </a:buClr>
              <a:buSzPts val="1800"/>
              <a:buChar char="•"/>
              <a:defRPr/>
            </a:lvl6pPr>
            <a:lvl7pPr marL="3200400" lvl="6" indent="-342900" algn="l">
              <a:lnSpc>
                <a:spcPct val="90000"/>
              </a:lnSpc>
              <a:spcBef>
                <a:spcPts val="1378"/>
              </a:spcBef>
              <a:spcAft>
                <a:spcPts val="0"/>
              </a:spcAft>
              <a:buClr>
                <a:schemeClr val="dk1"/>
              </a:buClr>
              <a:buSzPts val="1800"/>
              <a:buChar char="•"/>
              <a:defRPr/>
            </a:lvl7pPr>
            <a:lvl8pPr marL="3657600" lvl="7" indent="-342900" algn="l">
              <a:lnSpc>
                <a:spcPct val="90000"/>
              </a:lnSpc>
              <a:spcBef>
                <a:spcPts val="1378"/>
              </a:spcBef>
              <a:spcAft>
                <a:spcPts val="0"/>
              </a:spcAft>
              <a:buClr>
                <a:schemeClr val="dk1"/>
              </a:buClr>
              <a:buSzPts val="1800"/>
              <a:buChar char="•"/>
              <a:defRPr/>
            </a:lvl8pPr>
            <a:lvl9pPr marL="4114800" lvl="8" indent="-342900" algn="l">
              <a:lnSpc>
                <a:spcPct val="90000"/>
              </a:lnSpc>
              <a:spcBef>
                <a:spcPts val="1378"/>
              </a:spcBef>
              <a:spcAft>
                <a:spcPts val="0"/>
              </a:spcAft>
              <a:buClr>
                <a:schemeClr val="dk1"/>
              </a:buClr>
              <a:buSzPts val="1800"/>
              <a:buChar char="•"/>
              <a:defRPr/>
            </a:lvl9pPr>
          </a:lstStyle>
          <a:p>
            <a:endParaRPr/>
          </a:p>
        </p:txBody>
      </p:sp>
      <p:sp>
        <p:nvSpPr>
          <p:cNvPr id="79" name="Google Shape;79;p12"/>
          <p:cNvSpPr txBox="1">
            <a:spLocks noGrp="1"/>
          </p:cNvSpPr>
          <p:nvPr>
            <p:ph type="dt" idx="10"/>
          </p:nvPr>
        </p:nvSpPr>
        <p:spPr>
          <a:xfrm>
            <a:off x="1731963" y="33366075"/>
            <a:ext cx="5668962" cy="19177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2"/>
          <p:cNvSpPr txBox="1">
            <a:spLocks noGrp="1"/>
          </p:cNvSpPr>
          <p:nvPr>
            <p:ph type="ftr" idx="11"/>
          </p:nvPr>
        </p:nvSpPr>
        <p:spPr>
          <a:xfrm>
            <a:off x="8345488" y="33366075"/>
            <a:ext cx="8501062" cy="19177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2"/>
          <p:cNvSpPr txBox="1">
            <a:spLocks noGrp="1"/>
          </p:cNvSpPr>
          <p:nvPr>
            <p:ph type="sldNum" idx="12"/>
          </p:nvPr>
        </p:nvSpPr>
        <p:spPr>
          <a:xfrm>
            <a:off x="17791113" y="33366075"/>
            <a:ext cx="5668962" cy="19177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3306" b="0" i="0" u="none" strike="noStrike" cap="none">
                <a:solidFill>
                  <a:srgbClr val="888888"/>
                </a:solidFill>
                <a:latin typeface="Arial"/>
                <a:ea typeface="Arial"/>
                <a:cs typeface="Arial"/>
                <a:sym typeface="Arial"/>
              </a:defRPr>
            </a:lvl1pPr>
            <a:lvl2pPr marL="0" marR="0" lvl="1" indent="0" algn="r">
              <a:spcBef>
                <a:spcPts val="0"/>
              </a:spcBef>
              <a:spcAft>
                <a:spcPts val="0"/>
              </a:spcAft>
              <a:buNone/>
              <a:defRPr sz="3306" b="0" i="0" u="none" strike="noStrike" cap="none">
                <a:solidFill>
                  <a:srgbClr val="888888"/>
                </a:solidFill>
                <a:latin typeface="Arial"/>
                <a:ea typeface="Arial"/>
                <a:cs typeface="Arial"/>
                <a:sym typeface="Arial"/>
              </a:defRPr>
            </a:lvl2pPr>
            <a:lvl3pPr marL="0" marR="0" lvl="2" indent="0" algn="r">
              <a:spcBef>
                <a:spcPts val="0"/>
              </a:spcBef>
              <a:spcAft>
                <a:spcPts val="0"/>
              </a:spcAft>
              <a:buNone/>
              <a:defRPr sz="3306" b="0" i="0" u="none" strike="noStrike" cap="none">
                <a:solidFill>
                  <a:srgbClr val="888888"/>
                </a:solidFill>
                <a:latin typeface="Arial"/>
                <a:ea typeface="Arial"/>
                <a:cs typeface="Arial"/>
                <a:sym typeface="Arial"/>
              </a:defRPr>
            </a:lvl3pPr>
            <a:lvl4pPr marL="0" marR="0" lvl="3" indent="0" algn="r">
              <a:spcBef>
                <a:spcPts val="0"/>
              </a:spcBef>
              <a:spcAft>
                <a:spcPts val="0"/>
              </a:spcAft>
              <a:buNone/>
              <a:defRPr sz="3306" b="0" i="0" u="none" strike="noStrike" cap="none">
                <a:solidFill>
                  <a:srgbClr val="888888"/>
                </a:solidFill>
                <a:latin typeface="Arial"/>
                <a:ea typeface="Arial"/>
                <a:cs typeface="Arial"/>
                <a:sym typeface="Arial"/>
              </a:defRPr>
            </a:lvl4pPr>
            <a:lvl5pPr marL="0" marR="0" lvl="4" indent="0" algn="r">
              <a:spcBef>
                <a:spcPts val="0"/>
              </a:spcBef>
              <a:spcAft>
                <a:spcPts val="0"/>
              </a:spcAft>
              <a:buNone/>
              <a:defRPr sz="3306" b="0" i="0" u="none" strike="noStrike" cap="none">
                <a:solidFill>
                  <a:srgbClr val="888888"/>
                </a:solidFill>
                <a:latin typeface="Arial"/>
                <a:ea typeface="Arial"/>
                <a:cs typeface="Arial"/>
                <a:sym typeface="Arial"/>
              </a:defRPr>
            </a:lvl5pPr>
            <a:lvl6pPr marL="0" marR="0" lvl="5" indent="0" algn="r">
              <a:spcBef>
                <a:spcPts val="0"/>
              </a:spcBef>
              <a:spcAft>
                <a:spcPts val="0"/>
              </a:spcAft>
              <a:buNone/>
              <a:defRPr sz="3306" b="0" i="0" u="none" strike="noStrike" cap="none">
                <a:solidFill>
                  <a:srgbClr val="888888"/>
                </a:solidFill>
                <a:latin typeface="Arial"/>
                <a:ea typeface="Arial"/>
                <a:cs typeface="Arial"/>
                <a:sym typeface="Arial"/>
              </a:defRPr>
            </a:lvl6pPr>
            <a:lvl7pPr marL="0" marR="0" lvl="6" indent="0" algn="r">
              <a:spcBef>
                <a:spcPts val="0"/>
              </a:spcBef>
              <a:spcAft>
                <a:spcPts val="0"/>
              </a:spcAft>
              <a:buNone/>
              <a:defRPr sz="3306" b="0" i="0" u="none" strike="noStrike" cap="none">
                <a:solidFill>
                  <a:srgbClr val="888888"/>
                </a:solidFill>
                <a:latin typeface="Arial"/>
                <a:ea typeface="Arial"/>
                <a:cs typeface="Arial"/>
                <a:sym typeface="Arial"/>
              </a:defRPr>
            </a:lvl7pPr>
            <a:lvl8pPr marL="0" marR="0" lvl="7" indent="0" algn="r">
              <a:spcBef>
                <a:spcPts val="0"/>
              </a:spcBef>
              <a:spcAft>
                <a:spcPts val="0"/>
              </a:spcAft>
              <a:buNone/>
              <a:defRPr sz="3306" b="0" i="0" u="none" strike="noStrike" cap="none">
                <a:solidFill>
                  <a:srgbClr val="888888"/>
                </a:solidFill>
                <a:latin typeface="Arial"/>
                <a:ea typeface="Arial"/>
                <a:cs typeface="Arial"/>
                <a:sym typeface="Arial"/>
              </a:defRPr>
            </a:lvl8pPr>
            <a:lvl9pPr marL="0" marR="0" lvl="8" indent="0" algn="r">
              <a:spcBef>
                <a:spcPts val="0"/>
              </a:spcBef>
              <a:spcAft>
                <a:spcPts val="0"/>
              </a:spcAft>
              <a:buNone/>
              <a:defRPr sz="3306"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ikey Başlık ve Metin" type="vertTitleAndTx">
  <p:cSld name="VERTICAL_TITLE_AND_VERTICAL_TEXT">
    <p:spTree>
      <p:nvGrpSpPr>
        <p:cNvPr id="1" name="Shape 82"/>
        <p:cNvGrpSpPr/>
        <p:nvPr/>
      </p:nvGrpSpPr>
      <p:grpSpPr>
        <a:xfrm>
          <a:off x="0" y="0"/>
          <a:ext cx="0" cy="0"/>
          <a:chOff x="0" y="0"/>
          <a:chExt cx="0" cy="0"/>
        </a:xfrm>
      </p:grpSpPr>
      <p:sp>
        <p:nvSpPr>
          <p:cNvPr id="83" name="Google Shape;83;p13"/>
          <p:cNvSpPr txBox="1">
            <a:spLocks noGrp="1"/>
          </p:cNvSpPr>
          <p:nvPr>
            <p:ph type="title"/>
          </p:nvPr>
        </p:nvSpPr>
        <p:spPr>
          <a:xfrm rot="5400000">
            <a:off x="5490013" y="14454694"/>
            <a:ext cx="30508114" cy="543203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4" name="Google Shape;84;p13"/>
          <p:cNvSpPr txBox="1">
            <a:spLocks noGrp="1"/>
          </p:cNvSpPr>
          <p:nvPr>
            <p:ph type="body" idx="1"/>
          </p:nvPr>
        </p:nvSpPr>
        <p:spPr>
          <a:xfrm rot="5400000">
            <a:off x="-5531503" y="9180111"/>
            <a:ext cx="30508114" cy="1598119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750"/>
              </a:spcBef>
              <a:spcAft>
                <a:spcPts val="0"/>
              </a:spcAft>
              <a:buClr>
                <a:schemeClr val="dk1"/>
              </a:buClr>
              <a:buSzPts val="1800"/>
              <a:buChar char="•"/>
              <a:defRPr/>
            </a:lvl1pPr>
            <a:lvl2pPr marL="914400" lvl="1" indent="-342900" algn="l">
              <a:lnSpc>
                <a:spcPct val="90000"/>
              </a:lnSpc>
              <a:spcBef>
                <a:spcPts val="1375"/>
              </a:spcBef>
              <a:spcAft>
                <a:spcPts val="0"/>
              </a:spcAft>
              <a:buClr>
                <a:schemeClr val="dk1"/>
              </a:buClr>
              <a:buSzPts val="1800"/>
              <a:buChar char="•"/>
              <a:defRPr/>
            </a:lvl2pPr>
            <a:lvl3pPr marL="1371600" lvl="2" indent="-342900" algn="l">
              <a:lnSpc>
                <a:spcPct val="90000"/>
              </a:lnSpc>
              <a:spcBef>
                <a:spcPts val="1375"/>
              </a:spcBef>
              <a:spcAft>
                <a:spcPts val="0"/>
              </a:spcAft>
              <a:buClr>
                <a:schemeClr val="dk1"/>
              </a:buClr>
              <a:buSzPts val="1800"/>
              <a:buChar char="•"/>
              <a:defRPr/>
            </a:lvl3pPr>
            <a:lvl4pPr marL="1828800" lvl="3" indent="-342900" algn="l">
              <a:lnSpc>
                <a:spcPct val="90000"/>
              </a:lnSpc>
              <a:spcBef>
                <a:spcPts val="1375"/>
              </a:spcBef>
              <a:spcAft>
                <a:spcPts val="0"/>
              </a:spcAft>
              <a:buClr>
                <a:schemeClr val="dk1"/>
              </a:buClr>
              <a:buSzPts val="1800"/>
              <a:buChar char="•"/>
              <a:defRPr/>
            </a:lvl4pPr>
            <a:lvl5pPr marL="2286000" lvl="4" indent="-342900" algn="l">
              <a:lnSpc>
                <a:spcPct val="90000"/>
              </a:lnSpc>
              <a:spcBef>
                <a:spcPts val="1375"/>
              </a:spcBef>
              <a:spcAft>
                <a:spcPts val="0"/>
              </a:spcAft>
              <a:buClr>
                <a:schemeClr val="dk1"/>
              </a:buClr>
              <a:buSzPts val="1800"/>
              <a:buChar char="•"/>
              <a:defRPr/>
            </a:lvl5pPr>
            <a:lvl6pPr marL="2743200" lvl="5" indent="-342900" algn="l">
              <a:lnSpc>
                <a:spcPct val="90000"/>
              </a:lnSpc>
              <a:spcBef>
                <a:spcPts val="1378"/>
              </a:spcBef>
              <a:spcAft>
                <a:spcPts val="0"/>
              </a:spcAft>
              <a:buClr>
                <a:schemeClr val="dk1"/>
              </a:buClr>
              <a:buSzPts val="1800"/>
              <a:buChar char="•"/>
              <a:defRPr/>
            </a:lvl6pPr>
            <a:lvl7pPr marL="3200400" lvl="6" indent="-342900" algn="l">
              <a:lnSpc>
                <a:spcPct val="90000"/>
              </a:lnSpc>
              <a:spcBef>
                <a:spcPts val="1378"/>
              </a:spcBef>
              <a:spcAft>
                <a:spcPts val="0"/>
              </a:spcAft>
              <a:buClr>
                <a:schemeClr val="dk1"/>
              </a:buClr>
              <a:buSzPts val="1800"/>
              <a:buChar char="•"/>
              <a:defRPr/>
            </a:lvl7pPr>
            <a:lvl8pPr marL="3657600" lvl="7" indent="-342900" algn="l">
              <a:lnSpc>
                <a:spcPct val="90000"/>
              </a:lnSpc>
              <a:spcBef>
                <a:spcPts val="1378"/>
              </a:spcBef>
              <a:spcAft>
                <a:spcPts val="0"/>
              </a:spcAft>
              <a:buClr>
                <a:schemeClr val="dk1"/>
              </a:buClr>
              <a:buSzPts val="1800"/>
              <a:buChar char="•"/>
              <a:defRPr/>
            </a:lvl8pPr>
            <a:lvl9pPr marL="4114800" lvl="8" indent="-342900" algn="l">
              <a:lnSpc>
                <a:spcPct val="90000"/>
              </a:lnSpc>
              <a:spcBef>
                <a:spcPts val="1378"/>
              </a:spcBef>
              <a:spcAft>
                <a:spcPts val="0"/>
              </a:spcAft>
              <a:buClr>
                <a:schemeClr val="dk1"/>
              </a:buClr>
              <a:buSzPts val="1800"/>
              <a:buChar char="•"/>
              <a:defRPr/>
            </a:lvl9pPr>
          </a:lstStyle>
          <a:p>
            <a:endParaRPr/>
          </a:p>
        </p:txBody>
      </p:sp>
      <p:sp>
        <p:nvSpPr>
          <p:cNvPr id="85" name="Google Shape;85;p13"/>
          <p:cNvSpPr txBox="1">
            <a:spLocks noGrp="1"/>
          </p:cNvSpPr>
          <p:nvPr>
            <p:ph type="dt" idx="10"/>
          </p:nvPr>
        </p:nvSpPr>
        <p:spPr>
          <a:xfrm>
            <a:off x="1731963" y="33366075"/>
            <a:ext cx="5668962" cy="19177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3"/>
          <p:cNvSpPr txBox="1">
            <a:spLocks noGrp="1"/>
          </p:cNvSpPr>
          <p:nvPr>
            <p:ph type="ftr" idx="11"/>
          </p:nvPr>
        </p:nvSpPr>
        <p:spPr>
          <a:xfrm>
            <a:off x="8345488" y="33366075"/>
            <a:ext cx="8501062" cy="19177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3"/>
          <p:cNvSpPr txBox="1">
            <a:spLocks noGrp="1"/>
          </p:cNvSpPr>
          <p:nvPr>
            <p:ph type="sldNum" idx="12"/>
          </p:nvPr>
        </p:nvSpPr>
        <p:spPr>
          <a:xfrm>
            <a:off x="17791113" y="33366075"/>
            <a:ext cx="5668962" cy="19177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3306" b="0" i="0" u="none" strike="noStrike" cap="none">
                <a:solidFill>
                  <a:srgbClr val="888888"/>
                </a:solidFill>
                <a:latin typeface="Arial"/>
                <a:ea typeface="Arial"/>
                <a:cs typeface="Arial"/>
                <a:sym typeface="Arial"/>
              </a:defRPr>
            </a:lvl1pPr>
            <a:lvl2pPr marL="0" marR="0" lvl="1" indent="0" algn="r">
              <a:spcBef>
                <a:spcPts val="0"/>
              </a:spcBef>
              <a:spcAft>
                <a:spcPts val="0"/>
              </a:spcAft>
              <a:buNone/>
              <a:defRPr sz="3306" b="0" i="0" u="none" strike="noStrike" cap="none">
                <a:solidFill>
                  <a:srgbClr val="888888"/>
                </a:solidFill>
                <a:latin typeface="Arial"/>
                <a:ea typeface="Arial"/>
                <a:cs typeface="Arial"/>
                <a:sym typeface="Arial"/>
              </a:defRPr>
            </a:lvl2pPr>
            <a:lvl3pPr marL="0" marR="0" lvl="2" indent="0" algn="r">
              <a:spcBef>
                <a:spcPts val="0"/>
              </a:spcBef>
              <a:spcAft>
                <a:spcPts val="0"/>
              </a:spcAft>
              <a:buNone/>
              <a:defRPr sz="3306" b="0" i="0" u="none" strike="noStrike" cap="none">
                <a:solidFill>
                  <a:srgbClr val="888888"/>
                </a:solidFill>
                <a:latin typeface="Arial"/>
                <a:ea typeface="Arial"/>
                <a:cs typeface="Arial"/>
                <a:sym typeface="Arial"/>
              </a:defRPr>
            </a:lvl3pPr>
            <a:lvl4pPr marL="0" marR="0" lvl="3" indent="0" algn="r">
              <a:spcBef>
                <a:spcPts val="0"/>
              </a:spcBef>
              <a:spcAft>
                <a:spcPts val="0"/>
              </a:spcAft>
              <a:buNone/>
              <a:defRPr sz="3306" b="0" i="0" u="none" strike="noStrike" cap="none">
                <a:solidFill>
                  <a:srgbClr val="888888"/>
                </a:solidFill>
                <a:latin typeface="Arial"/>
                <a:ea typeface="Arial"/>
                <a:cs typeface="Arial"/>
                <a:sym typeface="Arial"/>
              </a:defRPr>
            </a:lvl4pPr>
            <a:lvl5pPr marL="0" marR="0" lvl="4" indent="0" algn="r">
              <a:spcBef>
                <a:spcPts val="0"/>
              </a:spcBef>
              <a:spcAft>
                <a:spcPts val="0"/>
              </a:spcAft>
              <a:buNone/>
              <a:defRPr sz="3306" b="0" i="0" u="none" strike="noStrike" cap="none">
                <a:solidFill>
                  <a:srgbClr val="888888"/>
                </a:solidFill>
                <a:latin typeface="Arial"/>
                <a:ea typeface="Arial"/>
                <a:cs typeface="Arial"/>
                <a:sym typeface="Arial"/>
              </a:defRPr>
            </a:lvl5pPr>
            <a:lvl6pPr marL="0" marR="0" lvl="5" indent="0" algn="r">
              <a:spcBef>
                <a:spcPts val="0"/>
              </a:spcBef>
              <a:spcAft>
                <a:spcPts val="0"/>
              </a:spcAft>
              <a:buNone/>
              <a:defRPr sz="3306" b="0" i="0" u="none" strike="noStrike" cap="none">
                <a:solidFill>
                  <a:srgbClr val="888888"/>
                </a:solidFill>
                <a:latin typeface="Arial"/>
                <a:ea typeface="Arial"/>
                <a:cs typeface="Arial"/>
                <a:sym typeface="Arial"/>
              </a:defRPr>
            </a:lvl6pPr>
            <a:lvl7pPr marL="0" marR="0" lvl="6" indent="0" algn="r">
              <a:spcBef>
                <a:spcPts val="0"/>
              </a:spcBef>
              <a:spcAft>
                <a:spcPts val="0"/>
              </a:spcAft>
              <a:buNone/>
              <a:defRPr sz="3306" b="0" i="0" u="none" strike="noStrike" cap="none">
                <a:solidFill>
                  <a:srgbClr val="888888"/>
                </a:solidFill>
                <a:latin typeface="Arial"/>
                <a:ea typeface="Arial"/>
                <a:cs typeface="Arial"/>
                <a:sym typeface="Arial"/>
              </a:defRPr>
            </a:lvl7pPr>
            <a:lvl8pPr marL="0" marR="0" lvl="7" indent="0" algn="r">
              <a:spcBef>
                <a:spcPts val="0"/>
              </a:spcBef>
              <a:spcAft>
                <a:spcPts val="0"/>
              </a:spcAft>
              <a:buNone/>
              <a:defRPr sz="3306" b="0" i="0" u="none" strike="noStrike" cap="none">
                <a:solidFill>
                  <a:srgbClr val="888888"/>
                </a:solidFill>
                <a:latin typeface="Arial"/>
                <a:ea typeface="Arial"/>
                <a:cs typeface="Arial"/>
                <a:sym typeface="Arial"/>
              </a:defRPr>
            </a:lvl8pPr>
            <a:lvl9pPr marL="0" marR="0" lvl="8" indent="0" algn="r">
              <a:spcBef>
                <a:spcPts val="0"/>
              </a:spcBef>
              <a:spcAft>
                <a:spcPts val="0"/>
              </a:spcAft>
              <a:buNone/>
              <a:defRPr sz="3306"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şlık Slaydı" type="title">
  <p:cSld name="TITLE">
    <p:spTree>
      <p:nvGrpSpPr>
        <p:cNvPr id="1" name="Shape 98"/>
        <p:cNvGrpSpPr/>
        <p:nvPr/>
      </p:nvGrpSpPr>
      <p:grpSpPr>
        <a:xfrm>
          <a:off x="0" y="0"/>
          <a:ext cx="0" cy="0"/>
          <a:chOff x="0" y="0"/>
          <a:chExt cx="0" cy="0"/>
        </a:xfrm>
      </p:grpSpPr>
      <p:sp>
        <p:nvSpPr>
          <p:cNvPr id="99" name="Google Shape;99;p15"/>
          <p:cNvSpPr txBox="1">
            <a:spLocks noGrp="1"/>
          </p:cNvSpPr>
          <p:nvPr>
            <p:ph type="ctrTitle"/>
          </p:nvPr>
        </p:nvSpPr>
        <p:spPr>
          <a:xfrm>
            <a:off x="3149005" y="5892319"/>
            <a:ext cx="18894029" cy="12532895"/>
          </a:xfrm>
          <a:prstGeom prst="rect">
            <a:avLst/>
          </a:prstGeom>
          <a:noFill/>
          <a:ln>
            <a:noFill/>
          </a:ln>
        </p:spPr>
        <p:txBody>
          <a:bodyPr spcFirstLastPara="1" wrap="square" lIns="90000" tIns="46800" rIns="90000" bIns="46800" anchor="b" anchorCtr="0">
            <a:noAutofit/>
          </a:bodyPr>
          <a:lstStyle>
            <a:lvl1pPr lvl="0" algn="ctr">
              <a:spcBef>
                <a:spcPts val="0"/>
              </a:spcBef>
              <a:spcAft>
                <a:spcPts val="0"/>
              </a:spcAft>
              <a:buSzPts val="1400"/>
              <a:buNone/>
              <a:defRPr sz="6562"/>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0" name="Google Shape;100;p15"/>
          <p:cNvSpPr txBox="1">
            <a:spLocks noGrp="1"/>
          </p:cNvSpPr>
          <p:nvPr>
            <p:ph type="subTitle" idx="1"/>
          </p:nvPr>
        </p:nvSpPr>
        <p:spPr>
          <a:xfrm>
            <a:off x="3149005" y="18907849"/>
            <a:ext cx="18894029" cy="8692645"/>
          </a:xfrm>
          <a:prstGeom prst="rect">
            <a:avLst/>
          </a:prstGeom>
          <a:noFill/>
          <a:ln>
            <a:noFill/>
          </a:ln>
        </p:spPr>
        <p:txBody>
          <a:bodyPr spcFirstLastPara="1" wrap="square" lIns="456475" tIns="456475" rIns="456475" bIns="456475" anchor="t" anchorCtr="0">
            <a:noAutofit/>
          </a:bodyPr>
          <a:lstStyle>
            <a:lvl1pPr lvl="0" algn="ctr">
              <a:spcBef>
                <a:spcPts val="788"/>
              </a:spcBef>
              <a:spcAft>
                <a:spcPts val="0"/>
              </a:spcAft>
              <a:buSzPts val="2625"/>
              <a:buNone/>
              <a:defRPr sz="2625"/>
            </a:lvl1pPr>
            <a:lvl2pPr lvl="1" algn="ctr">
              <a:spcBef>
                <a:spcPts val="788"/>
              </a:spcBef>
              <a:spcAft>
                <a:spcPts val="0"/>
              </a:spcAft>
              <a:buSzPts val="2187"/>
              <a:buNone/>
              <a:defRPr sz="2187"/>
            </a:lvl2pPr>
            <a:lvl3pPr lvl="2" algn="ctr">
              <a:spcBef>
                <a:spcPts val="650"/>
              </a:spcBef>
              <a:spcAft>
                <a:spcPts val="0"/>
              </a:spcAft>
              <a:buSzPts val="1968"/>
              <a:buNone/>
              <a:defRPr sz="1968"/>
            </a:lvl3pPr>
            <a:lvl4pPr lvl="3" algn="ctr">
              <a:spcBef>
                <a:spcPts val="525"/>
              </a:spcBef>
              <a:spcAft>
                <a:spcPts val="0"/>
              </a:spcAft>
              <a:buSzPts val="1750"/>
              <a:buNone/>
              <a:defRPr sz="1750"/>
            </a:lvl4pPr>
            <a:lvl5pPr lvl="4" algn="ctr">
              <a:spcBef>
                <a:spcPts val="525"/>
              </a:spcBef>
              <a:spcAft>
                <a:spcPts val="0"/>
              </a:spcAft>
              <a:buSzPts val="1750"/>
              <a:buNone/>
              <a:defRPr sz="1750"/>
            </a:lvl5pPr>
            <a:lvl6pPr lvl="5" algn="ctr">
              <a:lnSpc>
                <a:spcPct val="90000"/>
              </a:lnSpc>
              <a:spcBef>
                <a:spcPts val="547"/>
              </a:spcBef>
              <a:spcAft>
                <a:spcPts val="0"/>
              </a:spcAft>
              <a:buClr>
                <a:schemeClr val="dk1"/>
              </a:buClr>
              <a:buSzPts val="1750"/>
              <a:buNone/>
              <a:defRPr sz="1750"/>
            </a:lvl6pPr>
            <a:lvl7pPr lvl="6" algn="ctr">
              <a:lnSpc>
                <a:spcPct val="90000"/>
              </a:lnSpc>
              <a:spcBef>
                <a:spcPts val="547"/>
              </a:spcBef>
              <a:spcAft>
                <a:spcPts val="0"/>
              </a:spcAft>
              <a:buClr>
                <a:schemeClr val="dk1"/>
              </a:buClr>
              <a:buSzPts val="1750"/>
              <a:buNone/>
              <a:defRPr sz="1750"/>
            </a:lvl7pPr>
            <a:lvl8pPr lvl="7" algn="ctr">
              <a:lnSpc>
                <a:spcPct val="90000"/>
              </a:lnSpc>
              <a:spcBef>
                <a:spcPts val="547"/>
              </a:spcBef>
              <a:spcAft>
                <a:spcPts val="0"/>
              </a:spcAft>
              <a:buClr>
                <a:schemeClr val="dk1"/>
              </a:buClr>
              <a:buSzPts val="1750"/>
              <a:buNone/>
              <a:defRPr sz="1750"/>
            </a:lvl8pPr>
            <a:lvl9pPr lvl="8" algn="ctr">
              <a:lnSpc>
                <a:spcPct val="90000"/>
              </a:lnSpc>
              <a:spcBef>
                <a:spcPts val="547"/>
              </a:spcBef>
              <a:spcAft>
                <a:spcPts val="0"/>
              </a:spcAft>
              <a:buClr>
                <a:schemeClr val="dk1"/>
              </a:buClr>
              <a:buSzPts val="1750"/>
              <a:buNone/>
              <a:defRPr sz="175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şlık ve İçerik" type="obj">
  <p:cSld name="OBJECT">
    <p:spTree>
      <p:nvGrpSpPr>
        <p:cNvPr id="1" name="Shape 101"/>
        <p:cNvGrpSpPr/>
        <p:nvPr/>
      </p:nvGrpSpPr>
      <p:grpSpPr>
        <a:xfrm>
          <a:off x="0" y="0"/>
          <a:ext cx="0" cy="0"/>
          <a:chOff x="0" y="0"/>
          <a:chExt cx="0" cy="0"/>
        </a:xfrm>
      </p:grpSpPr>
      <p:sp>
        <p:nvSpPr>
          <p:cNvPr id="102" name="Google Shape;102;p16"/>
          <p:cNvSpPr txBox="1">
            <a:spLocks noGrp="1"/>
          </p:cNvSpPr>
          <p:nvPr>
            <p:ph type="title"/>
          </p:nvPr>
        </p:nvSpPr>
        <p:spPr>
          <a:xfrm>
            <a:off x="550863" y="1392238"/>
            <a:ext cx="24060150" cy="2401887"/>
          </a:xfrm>
          <a:prstGeom prst="rect">
            <a:avLst/>
          </a:prstGeom>
          <a:noFill/>
          <a:ln>
            <a:noFill/>
          </a:ln>
        </p:spPr>
        <p:txBody>
          <a:bodyPr spcFirstLastPara="1" wrap="square" lIns="90000" tIns="46800" rIns="90000" bIns="46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3" name="Google Shape;103;p16"/>
          <p:cNvSpPr txBox="1">
            <a:spLocks noGrp="1"/>
          </p:cNvSpPr>
          <p:nvPr>
            <p:ph type="body" idx="1"/>
          </p:nvPr>
        </p:nvSpPr>
        <p:spPr>
          <a:xfrm>
            <a:off x="398463" y="6165850"/>
            <a:ext cx="5721350" cy="29043313"/>
          </a:xfrm>
          <a:prstGeom prst="rect">
            <a:avLst/>
          </a:prstGeom>
          <a:noFill/>
          <a:ln>
            <a:noFill/>
          </a:ln>
        </p:spPr>
        <p:txBody>
          <a:bodyPr spcFirstLastPara="1" wrap="square" lIns="456475" tIns="456475" rIns="456475" bIns="456475" anchor="t" anchorCtr="0">
            <a:noAutofit/>
          </a:bodyPr>
          <a:lstStyle>
            <a:lvl1pPr marL="457200" lvl="0" indent="-228600" algn="l">
              <a:spcBef>
                <a:spcPts val="788"/>
              </a:spcBef>
              <a:spcAft>
                <a:spcPts val="0"/>
              </a:spcAft>
              <a:buSzPts val="1400"/>
              <a:buNone/>
              <a:defRPr/>
            </a:lvl1pPr>
            <a:lvl2pPr marL="914400" lvl="1" indent="-228600" algn="l">
              <a:spcBef>
                <a:spcPts val="788"/>
              </a:spcBef>
              <a:spcAft>
                <a:spcPts val="0"/>
              </a:spcAft>
              <a:buSzPts val="1400"/>
              <a:buNone/>
              <a:defRPr/>
            </a:lvl2pPr>
            <a:lvl3pPr marL="1371600" lvl="2" indent="-228600" algn="l">
              <a:spcBef>
                <a:spcPts val="650"/>
              </a:spcBef>
              <a:spcAft>
                <a:spcPts val="0"/>
              </a:spcAft>
              <a:buSzPts val="1400"/>
              <a:buNone/>
              <a:defRPr/>
            </a:lvl3pPr>
            <a:lvl4pPr marL="1828800" lvl="3" indent="-228600" algn="l">
              <a:spcBef>
                <a:spcPts val="525"/>
              </a:spcBef>
              <a:spcAft>
                <a:spcPts val="0"/>
              </a:spcAft>
              <a:buSzPts val="1400"/>
              <a:buNone/>
              <a:defRPr/>
            </a:lvl4pPr>
            <a:lvl5pPr marL="2286000" lvl="4" indent="-228600" algn="l">
              <a:spcBef>
                <a:spcPts val="525"/>
              </a:spcBef>
              <a:spcAft>
                <a:spcPts val="0"/>
              </a:spcAft>
              <a:buSzPts val="1400"/>
              <a:buNone/>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ölüm Üstbilgisi" type="secHead">
  <p:cSld name="SECTION_HEADER">
    <p:spTree>
      <p:nvGrpSpPr>
        <p:cNvPr id="1" name="Shape 104"/>
        <p:cNvGrpSpPr/>
        <p:nvPr/>
      </p:nvGrpSpPr>
      <p:grpSpPr>
        <a:xfrm>
          <a:off x="0" y="0"/>
          <a:ext cx="0" cy="0"/>
          <a:chOff x="0" y="0"/>
          <a:chExt cx="0" cy="0"/>
        </a:xfrm>
      </p:grpSpPr>
      <p:sp>
        <p:nvSpPr>
          <p:cNvPr id="105" name="Google Shape;105;p17"/>
          <p:cNvSpPr txBox="1">
            <a:spLocks noGrp="1"/>
          </p:cNvSpPr>
          <p:nvPr>
            <p:ph type="title"/>
          </p:nvPr>
        </p:nvSpPr>
        <p:spPr>
          <a:xfrm>
            <a:off x="1718467" y="8975629"/>
            <a:ext cx="21728680" cy="14973850"/>
          </a:xfrm>
          <a:prstGeom prst="rect">
            <a:avLst/>
          </a:prstGeom>
          <a:noFill/>
          <a:ln>
            <a:noFill/>
          </a:ln>
        </p:spPr>
        <p:txBody>
          <a:bodyPr spcFirstLastPara="1" wrap="square" lIns="90000" tIns="46800" rIns="90000" bIns="46800" anchor="b" anchorCtr="0">
            <a:noAutofit/>
          </a:bodyPr>
          <a:lstStyle>
            <a:lvl1pPr lvl="0" algn="ctr">
              <a:spcBef>
                <a:spcPts val="0"/>
              </a:spcBef>
              <a:spcAft>
                <a:spcPts val="0"/>
              </a:spcAft>
              <a:buSzPts val="1400"/>
              <a:buNone/>
              <a:defRPr sz="6562"/>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6" name="Google Shape;106;p17"/>
          <p:cNvSpPr txBox="1">
            <a:spLocks noGrp="1"/>
          </p:cNvSpPr>
          <p:nvPr>
            <p:ph type="body" idx="1"/>
          </p:nvPr>
        </p:nvSpPr>
        <p:spPr>
          <a:xfrm>
            <a:off x="1718467" y="24091839"/>
            <a:ext cx="21728680" cy="7874943"/>
          </a:xfrm>
          <a:prstGeom prst="rect">
            <a:avLst/>
          </a:prstGeom>
          <a:noFill/>
          <a:ln>
            <a:noFill/>
          </a:ln>
        </p:spPr>
        <p:txBody>
          <a:bodyPr spcFirstLastPara="1" wrap="square" lIns="456475" tIns="456475" rIns="456475" bIns="456475" anchor="t" anchorCtr="0">
            <a:noAutofit/>
          </a:bodyPr>
          <a:lstStyle>
            <a:lvl1pPr marL="457200" lvl="0" indent="-228600" algn="l">
              <a:spcBef>
                <a:spcPts val="788"/>
              </a:spcBef>
              <a:spcAft>
                <a:spcPts val="0"/>
              </a:spcAft>
              <a:buSzPts val="2625"/>
              <a:buNone/>
              <a:defRPr sz="2625"/>
            </a:lvl1pPr>
            <a:lvl2pPr marL="914400" lvl="1" indent="-228600" algn="l">
              <a:spcBef>
                <a:spcPts val="788"/>
              </a:spcBef>
              <a:spcAft>
                <a:spcPts val="0"/>
              </a:spcAft>
              <a:buSzPts val="2187"/>
              <a:buNone/>
              <a:defRPr sz="2187"/>
            </a:lvl2pPr>
            <a:lvl3pPr marL="1371600" lvl="2" indent="-228600" algn="l">
              <a:spcBef>
                <a:spcPts val="650"/>
              </a:spcBef>
              <a:spcAft>
                <a:spcPts val="0"/>
              </a:spcAft>
              <a:buSzPts val="1968"/>
              <a:buNone/>
              <a:defRPr sz="1968"/>
            </a:lvl3pPr>
            <a:lvl4pPr marL="1828800" lvl="3" indent="-228600" algn="l">
              <a:spcBef>
                <a:spcPts val="525"/>
              </a:spcBef>
              <a:spcAft>
                <a:spcPts val="0"/>
              </a:spcAft>
              <a:buSzPts val="1750"/>
              <a:buNone/>
              <a:defRPr sz="1750"/>
            </a:lvl4pPr>
            <a:lvl5pPr marL="2286000" lvl="4" indent="-228600" algn="l">
              <a:spcBef>
                <a:spcPts val="525"/>
              </a:spcBef>
              <a:spcAft>
                <a:spcPts val="0"/>
              </a:spcAft>
              <a:buSzPts val="1750"/>
              <a:buNone/>
              <a:defRPr sz="1750"/>
            </a:lvl5pPr>
            <a:lvl6pPr marL="2743200" lvl="5" indent="-228600" algn="l">
              <a:lnSpc>
                <a:spcPct val="90000"/>
              </a:lnSpc>
              <a:spcBef>
                <a:spcPts val="547"/>
              </a:spcBef>
              <a:spcAft>
                <a:spcPts val="0"/>
              </a:spcAft>
              <a:buClr>
                <a:schemeClr val="dk1"/>
              </a:buClr>
              <a:buSzPts val="1750"/>
              <a:buNone/>
              <a:defRPr sz="1750"/>
            </a:lvl6pPr>
            <a:lvl7pPr marL="3200400" lvl="6" indent="-228600" algn="l">
              <a:lnSpc>
                <a:spcPct val="90000"/>
              </a:lnSpc>
              <a:spcBef>
                <a:spcPts val="547"/>
              </a:spcBef>
              <a:spcAft>
                <a:spcPts val="0"/>
              </a:spcAft>
              <a:buClr>
                <a:schemeClr val="dk1"/>
              </a:buClr>
              <a:buSzPts val="1750"/>
              <a:buNone/>
              <a:defRPr sz="1750"/>
            </a:lvl7pPr>
            <a:lvl8pPr marL="3657600" lvl="7" indent="-228600" algn="l">
              <a:lnSpc>
                <a:spcPct val="90000"/>
              </a:lnSpc>
              <a:spcBef>
                <a:spcPts val="547"/>
              </a:spcBef>
              <a:spcAft>
                <a:spcPts val="0"/>
              </a:spcAft>
              <a:buClr>
                <a:schemeClr val="dk1"/>
              </a:buClr>
              <a:buSzPts val="1750"/>
              <a:buNone/>
              <a:defRPr sz="1750"/>
            </a:lvl8pPr>
            <a:lvl9pPr marL="4114800" lvl="8" indent="-228600" algn="l">
              <a:lnSpc>
                <a:spcPct val="90000"/>
              </a:lnSpc>
              <a:spcBef>
                <a:spcPts val="547"/>
              </a:spcBef>
              <a:spcAft>
                <a:spcPts val="0"/>
              </a:spcAft>
              <a:buClr>
                <a:schemeClr val="dk1"/>
              </a:buClr>
              <a:buSzPts val="1750"/>
              <a:buNone/>
              <a:defRPr sz="175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ki İçerik" type="twoObj">
  <p:cSld name="TWO_OBJECTS">
    <p:spTree>
      <p:nvGrpSpPr>
        <p:cNvPr id="1" name="Shape 107"/>
        <p:cNvGrpSpPr/>
        <p:nvPr/>
      </p:nvGrpSpPr>
      <p:grpSpPr>
        <a:xfrm>
          <a:off x="0" y="0"/>
          <a:ext cx="0" cy="0"/>
          <a:chOff x="0" y="0"/>
          <a:chExt cx="0" cy="0"/>
        </a:xfrm>
      </p:grpSpPr>
      <p:sp>
        <p:nvSpPr>
          <p:cNvPr id="108" name="Google Shape;108;p18"/>
          <p:cNvSpPr txBox="1">
            <a:spLocks noGrp="1"/>
          </p:cNvSpPr>
          <p:nvPr>
            <p:ph type="title"/>
          </p:nvPr>
        </p:nvSpPr>
        <p:spPr>
          <a:xfrm>
            <a:off x="550863" y="1392238"/>
            <a:ext cx="24060150" cy="2401887"/>
          </a:xfrm>
          <a:prstGeom prst="rect">
            <a:avLst/>
          </a:prstGeom>
          <a:noFill/>
          <a:ln>
            <a:noFill/>
          </a:ln>
        </p:spPr>
        <p:txBody>
          <a:bodyPr spcFirstLastPara="1" wrap="square" lIns="90000" tIns="46800" rIns="90000" bIns="46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9" name="Google Shape;109;p18"/>
          <p:cNvSpPr txBox="1">
            <a:spLocks noGrp="1"/>
          </p:cNvSpPr>
          <p:nvPr>
            <p:ph type="body" idx="1"/>
          </p:nvPr>
        </p:nvSpPr>
        <p:spPr>
          <a:xfrm>
            <a:off x="398182" y="6166622"/>
            <a:ext cx="2816427" cy="29043192"/>
          </a:xfrm>
          <a:prstGeom prst="rect">
            <a:avLst/>
          </a:prstGeom>
          <a:noFill/>
          <a:ln>
            <a:noFill/>
          </a:ln>
        </p:spPr>
        <p:txBody>
          <a:bodyPr spcFirstLastPara="1" wrap="square" lIns="456475" tIns="456475" rIns="456475" bIns="456475" anchor="t" anchorCtr="0">
            <a:noAutofit/>
          </a:bodyPr>
          <a:lstStyle>
            <a:lvl1pPr marL="457200" lvl="0" indent="-228600" algn="l">
              <a:spcBef>
                <a:spcPts val="788"/>
              </a:spcBef>
              <a:spcAft>
                <a:spcPts val="0"/>
              </a:spcAft>
              <a:buSzPts val="1400"/>
              <a:buNone/>
              <a:defRPr/>
            </a:lvl1pPr>
            <a:lvl2pPr marL="914400" lvl="1" indent="-228600" algn="l">
              <a:spcBef>
                <a:spcPts val="788"/>
              </a:spcBef>
              <a:spcAft>
                <a:spcPts val="0"/>
              </a:spcAft>
              <a:buSzPts val="1400"/>
              <a:buNone/>
              <a:defRPr/>
            </a:lvl2pPr>
            <a:lvl3pPr marL="1371600" lvl="2" indent="-228600" algn="l">
              <a:spcBef>
                <a:spcPts val="650"/>
              </a:spcBef>
              <a:spcAft>
                <a:spcPts val="0"/>
              </a:spcAft>
              <a:buSzPts val="1400"/>
              <a:buNone/>
              <a:defRPr/>
            </a:lvl3pPr>
            <a:lvl4pPr marL="1828800" lvl="3" indent="-228600" algn="l">
              <a:spcBef>
                <a:spcPts val="525"/>
              </a:spcBef>
              <a:spcAft>
                <a:spcPts val="0"/>
              </a:spcAft>
              <a:buSzPts val="1400"/>
              <a:buNone/>
              <a:defRPr/>
            </a:lvl4pPr>
            <a:lvl5pPr marL="2286000" lvl="4" indent="-228600" algn="l">
              <a:spcBef>
                <a:spcPts val="525"/>
              </a:spcBef>
              <a:spcAft>
                <a:spcPts val="0"/>
              </a:spcAft>
              <a:buSzPts val="1400"/>
              <a:buNone/>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
        <p:nvSpPr>
          <p:cNvPr id="110" name="Google Shape;110;p18"/>
          <p:cNvSpPr txBox="1">
            <a:spLocks noGrp="1"/>
          </p:cNvSpPr>
          <p:nvPr>
            <p:ph type="body" idx="2"/>
          </p:nvPr>
        </p:nvSpPr>
        <p:spPr>
          <a:xfrm>
            <a:off x="3302081" y="6166622"/>
            <a:ext cx="2817339" cy="29043192"/>
          </a:xfrm>
          <a:prstGeom prst="rect">
            <a:avLst/>
          </a:prstGeom>
          <a:noFill/>
          <a:ln>
            <a:noFill/>
          </a:ln>
        </p:spPr>
        <p:txBody>
          <a:bodyPr spcFirstLastPara="1" wrap="square" lIns="456475" tIns="456475" rIns="456475" bIns="456475" anchor="t" anchorCtr="0">
            <a:noAutofit/>
          </a:bodyPr>
          <a:lstStyle>
            <a:lvl1pPr marL="457200" lvl="0" indent="-228600" algn="l">
              <a:spcBef>
                <a:spcPts val="788"/>
              </a:spcBef>
              <a:spcAft>
                <a:spcPts val="0"/>
              </a:spcAft>
              <a:buSzPts val="1400"/>
              <a:buNone/>
              <a:defRPr/>
            </a:lvl1pPr>
            <a:lvl2pPr marL="914400" lvl="1" indent="-228600" algn="l">
              <a:spcBef>
                <a:spcPts val="788"/>
              </a:spcBef>
              <a:spcAft>
                <a:spcPts val="0"/>
              </a:spcAft>
              <a:buSzPts val="1400"/>
              <a:buNone/>
              <a:defRPr/>
            </a:lvl2pPr>
            <a:lvl3pPr marL="1371600" lvl="2" indent="-228600" algn="l">
              <a:spcBef>
                <a:spcPts val="650"/>
              </a:spcBef>
              <a:spcAft>
                <a:spcPts val="0"/>
              </a:spcAft>
              <a:buSzPts val="1400"/>
              <a:buNone/>
              <a:defRPr/>
            </a:lvl3pPr>
            <a:lvl4pPr marL="1828800" lvl="3" indent="-228600" algn="l">
              <a:spcBef>
                <a:spcPts val="525"/>
              </a:spcBef>
              <a:spcAft>
                <a:spcPts val="0"/>
              </a:spcAft>
              <a:buSzPts val="1400"/>
              <a:buNone/>
              <a:defRPr/>
            </a:lvl4pPr>
            <a:lvl5pPr marL="2286000" lvl="4" indent="-228600" algn="l">
              <a:spcBef>
                <a:spcPts val="525"/>
              </a:spcBef>
              <a:spcAft>
                <a:spcPts val="0"/>
              </a:spcAft>
              <a:buSzPts val="1400"/>
              <a:buNone/>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Karşılaştırma" type="twoTxTwoObj">
  <p:cSld name="TWO_OBJECTS_WITH_TEXT">
    <p:spTree>
      <p:nvGrpSpPr>
        <p:cNvPr id="1" name="Shape 111"/>
        <p:cNvGrpSpPr/>
        <p:nvPr/>
      </p:nvGrpSpPr>
      <p:grpSpPr>
        <a:xfrm>
          <a:off x="0" y="0"/>
          <a:ext cx="0" cy="0"/>
          <a:chOff x="0" y="0"/>
          <a:chExt cx="0" cy="0"/>
        </a:xfrm>
      </p:grpSpPr>
      <p:sp>
        <p:nvSpPr>
          <p:cNvPr id="112" name="Google Shape;112;p19"/>
          <p:cNvSpPr txBox="1">
            <a:spLocks noGrp="1"/>
          </p:cNvSpPr>
          <p:nvPr>
            <p:ph type="title"/>
          </p:nvPr>
        </p:nvSpPr>
        <p:spPr>
          <a:xfrm>
            <a:off x="1734869" y="1916653"/>
            <a:ext cx="21728680" cy="6958283"/>
          </a:xfrm>
          <a:prstGeom prst="rect">
            <a:avLst/>
          </a:prstGeom>
          <a:noFill/>
          <a:ln>
            <a:noFill/>
          </a:ln>
        </p:spPr>
        <p:txBody>
          <a:bodyPr spcFirstLastPara="1" wrap="square" lIns="90000" tIns="46800" rIns="90000" bIns="46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3" name="Google Shape;113;p19"/>
          <p:cNvSpPr txBox="1">
            <a:spLocks noGrp="1"/>
          </p:cNvSpPr>
          <p:nvPr>
            <p:ph type="body" idx="1"/>
          </p:nvPr>
        </p:nvSpPr>
        <p:spPr>
          <a:xfrm>
            <a:off x="1734868" y="8824589"/>
            <a:ext cx="10657960" cy="4324621"/>
          </a:xfrm>
          <a:prstGeom prst="rect">
            <a:avLst/>
          </a:prstGeom>
          <a:noFill/>
          <a:ln>
            <a:noFill/>
          </a:ln>
        </p:spPr>
        <p:txBody>
          <a:bodyPr spcFirstLastPara="1" wrap="square" lIns="456475" tIns="456475" rIns="456475" bIns="456475" anchor="b" anchorCtr="0">
            <a:noAutofit/>
          </a:bodyPr>
          <a:lstStyle>
            <a:lvl1pPr marL="457200" lvl="0" indent="-228600" algn="l">
              <a:spcBef>
                <a:spcPts val="788"/>
              </a:spcBef>
              <a:spcAft>
                <a:spcPts val="0"/>
              </a:spcAft>
              <a:buSzPts val="2625"/>
              <a:buNone/>
              <a:defRPr sz="2625" b="1"/>
            </a:lvl1pPr>
            <a:lvl2pPr marL="914400" lvl="1" indent="-228600" algn="l">
              <a:spcBef>
                <a:spcPts val="788"/>
              </a:spcBef>
              <a:spcAft>
                <a:spcPts val="0"/>
              </a:spcAft>
              <a:buSzPts val="2187"/>
              <a:buNone/>
              <a:defRPr sz="2187" b="1"/>
            </a:lvl2pPr>
            <a:lvl3pPr marL="1371600" lvl="2" indent="-228600" algn="l">
              <a:spcBef>
                <a:spcPts val="650"/>
              </a:spcBef>
              <a:spcAft>
                <a:spcPts val="0"/>
              </a:spcAft>
              <a:buSzPts val="1968"/>
              <a:buNone/>
              <a:defRPr sz="1968" b="1"/>
            </a:lvl3pPr>
            <a:lvl4pPr marL="1828800" lvl="3" indent="-228600" algn="l">
              <a:spcBef>
                <a:spcPts val="525"/>
              </a:spcBef>
              <a:spcAft>
                <a:spcPts val="0"/>
              </a:spcAft>
              <a:buSzPts val="1750"/>
              <a:buNone/>
              <a:defRPr sz="1750" b="1"/>
            </a:lvl4pPr>
            <a:lvl5pPr marL="2286000" lvl="4" indent="-228600" algn="l">
              <a:spcBef>
                <a:spcPts val="525"/>
              </a:spcBef>
              <a:spcAft>
                <a:spcPts val="0"/>
              </a:spcAft>
              <a:buSzPts val="1750"/>
              <a:buNone/>
              <a:defRPr sz="1750" b="1"/>
            </a:lvl5pPr>
            <a:lvl6pPr marL="2743200" lvl="5" indent="-228600" algn="l">
              <a:lnSpc>
                <a:spcPct val="90000"/>
              </a:lnSpc>
              <a:spcBef>
                <a:spcPts val="547"/>
              </a:spcBef>
              <a:spcAft>
                <a:spcPts val="0"/>
              </a:spcAft>
              <a:buClr>
                <a:schemeClr val="dk1"/>
              </a:buClr>
              <a:buSzPts val="1750"/>
              <a:buNone/>
              <a:defRPr sz="1750" b="1"/>
            </a:lvl6pPr>
            <a:lvl7pPr marL="3200400" lvl="6" indent="-228600" algn="l">
              <a:lnSpc>
                <a:spcPct val="90000"/>
              </a:lnSpc>
              <a:spcBef>
                <a:spcPts val="547"/>
              </a:spcBef>
              <a:spcAft>
                <a:spcPts val="0"/>
              </a:spcAft>
              <a:buClr>
                <a:schemeClr val="dk1"/>
              </a:buClr>
              <a:buSzPts val="1750"/>
              <a:buNone/>
              <a:defRPr sz="1750" b="1"/>
            </a:lvl7pPr>
            <a:lvl8pPr marL="3657600" lvl="7" indent="-228600" algn="l">
              <a:lnSpc>
                <a:spcPct val="90000"/>
              </a:lnSpc>
              <a:spcBef>
                <a:spcPts val="547"/>
              </a:spcBef>
              <a:spcAft>
                <a:spcPts val="0"/>
              </a:spcAft>
              <a:buClr>
                <a:schemeClr val="dk1"/>
              </a:buClr>
              <a:buSzPts val="1750"/>
              <a:buNone/>
              <a:defRPr sz="1750" b="1"/>
            </a:lvl8pPr>
            <a:lvl9pPr marL="4114800" lvl="8" indent="-228600" algn="l">
              <a:lnSpc>
                <a:spcPct val="90000"/>
              </a:lnSpc>
              <a:spcBef>
                <a:spcPts val="547"/>
              </a:spcBef>
              <a:spcAft>
                <a:spcPts val="0"/>
              </a:spcAft>
              <a:buClr>
                <a:schemeClr val="dk1"/>
              </a:buClr>
              <a:buSzPts val="1750"/>
              <a:buNone/>
              <a:defRPr sz="1750" b="1"/>
            </a:lvl9pPr>
          </a:lstStyle>
          <a:p>
            <a:endParaRPr/>
          </a:p>
        </p:txBody>
      </p:sp>
      <p:sp>
        <p:nvSpPr>
          <p:cNvPr id="114" name="Google Shape;114;p19"/>
          <p:cNvSpPr txBox="1">
            <a:spLocks noGrp="1"/>
          </p:cNvSpPr>
          <p:nvPr>
            <p:ph type="body" idx="2"/>
          </p:nvPr>
        </p:nvSpPr>
        <p:spPr>
          <a:xfrm>
            <a:off x="1734868" y="13149210"/>
            <a:ext cx="10657960" cy="19341874"/>
          </a:xfrm>
          <a:prstGeom prst="rect">
            <a:avLst/>
          </a:prstGeom>
          <a:noFill/>
          <a:ln>
            <a:noFill/>
          </a:ln>
        </p:spPr>
        <p:txBody>
          <a:bodyPr spcFirstLastPara="1" wrap="square" lIns="456475" tIns="456475" rIns="456475" bIns="456475" anchor="t" anchorCtr="0">
            <a:noAutofit/>
          </a:bodyPr>
          <a:lstStyle>
            <a:lvl1pPr marL="457200" lvl="0" indent="-228600" algn="l">
              <a:spcBef>
                <a:spcPts val="788"/>
              </a:spcBef>
              <a:spcAft>
                <a:spcPts val="0"/>
              </a:spcAft>
              <a:buSzPts val="1400"/>
              <a:buNone/>
              <a:defRPr/>
            </a:lvl1pPr>
            <a:lvl2pPr marL="914400" lvl="1" indent="-228600" algn="l">
              <a:spcBef>
                <a:spcPts val="788"/>
              </a:spcBef>
              <a:spcAft>
                <a:spcPts val="0"/>
              </a:spcAft>
              <a:buSzPts val="1400"/>
              <a:buNone/>
              <a:defRPr/>
            </a:lvl2pPr>
            <a:lvl3pPr marL="1371600" lvl="2" indent="-228600" algn="l">
              <a:spcBef>
                <a:spcPts val="650"/>
              </a:spcBef>
              <a:spcAft>
                <a:spcPts val="0"/>
              </a:spcAft>
              <a:buSzPts val="1400"/>
              <a:buNone/>
              <a:defRPr/>
            </a:lvl3pPr>
            <a:lvl4pPr marL="1828800" lvl="3" indent="-228600" algn="l">
              <a:spcBef>
                <a:spcPts val="525"/>
              </a:spcBef>
              <a:spcAft>
                <a:spcPts val="0"/>
              </a:spcAft>
              <a:buSzPts val="1400"/>
              <a:buNone/>
              <a:defRPr/>
            </a:lvl4pPr>
            <a:lvl5pPr marL="2286000" lvl="4" indent="-228600" algn="l">
              <a:spcBef>
                <a:spcPts val="525"/>
              </a:spcBef>
              <a:spcAft>
                <a:spcPts val="0"/>
              </a:spcAft>
              <a:buSzPts val="1400"/>
              <a:buNone/>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
        <p:nvSpPr>
          <p:cNvPr id="115" name="Google Shape;115;p19"/>
          <p:cNvSpPr txBox="1">
            <a:spLocks noGrp="1"/>
          </p:cNvSpPr>
          <p:nvPr>
            <p:ph type="body" idx="3"/>
          </p:nvPr>
        </p:nvSpPr>
        <p:spPr>
          <a:xfrm>
            <a:off x="12753652" y="8824589"/>
            <a:ext cx="10709896" cy="4324621"/>
          </a:xfrm>
          <a:prstGeom prst="rect">
            <a:avLst/>
          </a:prstGeom>
          <a:noFill/>
          <a:ln>
            <a:noFill/>
          </a:ln>
        </p:spPr>
        <p:txBody>
          <a:bodyPr spcFirstLastPara="1" wrap="square" lIns="456475" tIns="456475" rIns="456475" bIns="456475" anchor="b" anchorCtr="0">
            <a:noAutofit/>
          </a:bodyPr>
          <a:lstStyle>
            <a:lvl1pPr marL="457200" lvl="0" indent="-228600" algn="l">
              <a:spcBef>
                <a:spcPts val="788"/>
              </a:spcBef>
              <a:spcAft>
                <a:spcPts val="0"/>
              </a:spcAft>
              <a:buSzPts val="2625"/>
              <a:buNone/>
              <a:defRPr sz="2625" b="1"/>
            </a:lvl1pPr>
            <a:lvl2pPr marL="914400" lvl="1" indent="-228600" algn="l">
              <a:spcBef>
                <a:spcPts val="788"/>
              </a:spcBef>
              <a:spcAft>
                <a:spcPts val="0"/>
              </a:spcAft>
              <a:buSzPts val="2187"/>
              <a:buNone/>
              <a:defRPr sz="2187" b="1"/>
            </a:lvl2pPr>
            <a:lvl3pPr marL="1371600" lvl="2" indent="-228600" algn="l">
              <a:spcBef>
                <a:spcPts val="650"/>
              </a:spcBef>
              <a:spcAft>
                <a:spcPts val="0"/>
              </a:spcAft>
              <a:buSzPts val="1968"/>
              <a:buNone/>
              <a:defRPr sz="1968" b="1"/>
            </a:lvl3pPr>
            <a:lvl4pPr marL="1828800" lvl="3" indent="-228600" algn="l">
              <a:spcBef>
                <a:spcPts val="525"/>
              </a:spcBef>
              <a:spcAft>
                <a:spcPts val="0"/>
              </a:spcAft>
              <a:buSzPts val="1750"/>
              <a:buNone/>
              <a:defRPr sz="1750" b="1"/>
            </a:lvl4pPr>
            <a:lvl5pPr marL="2286000" lvl="4" indent="-228600" algn="l">
              <a:spcBef>
                <a:spcPts val="525"/>
              </a:spcBef>
              <a:spcAft>
                <a:spcPts val="0"/>
              </a:spcAft>
              <a:buSzPts val="1750"/>
              <a:buNone/>
              <a:defRPr sz="1750" b="1"/>
            </a:lvl5pPr>
            <a:lvl6pPr marL="2743200" lvl="5" indent="-228600" algn="l">
              <a:lnSpc>
                <a:spcPct val="90000"/>
              </a:lnSpc>
              <a:spcBef>
                <a:spcPts val="547"/>
              </a:spcBef>
              <a:spcAft>
                <a:spcPts val="0"/>
              </a:spcAft>
              <a:buClr>
                <a:schemeClr val="dk1"/>
              </a:buClr>
              <a:buSzPts val="1750"/>
              <a:buNone/>
              <a:defRPr sz="1750" b="1"/>
            </a:lvl6pPr>
            <a:lvl7pPr marL="3200400" lvl="6" indent="-228600" algn="l">
              <a:lnSpc>
                <a:spcPct val="90000"/>
              </a:lnSpc>
              <a:spcBef>
                <a:spcPts val="547"/>
              </a:spcBef>
              <a:spcAft>
                <a:spcPts val="0"/>
              </a:spcAft>
              <a:buClr>
                <a:schemeClr val="dk1"/>
              </a:buClr>
              <a:buSzPts val="1750"/>
              <a:buNone/>
              <a:defRPr sz="1750" b="1"/>
            </a:lvl7pPr>
            <a:lvl8pPr marL="3657600" lvl="7" indent="-228600" algn="l">
              <a:lnSpc>
                <a:spcPct val="90000"/>
              </a:lnSpc>
              <a:spcBef>
                <a:spcPts val="547"/>
              </a:spcBef>
              <a:spcAft>
                <a:spcPts val="0"/>
              </a:spcAft>
              <a:buClr>
                <a:schemeClr val="dk1"/>
              </a:buClr>
              <a:buSzPts val="1750"/>
              <a:buNone/>
              <a:defRPr sz="1750" b="1"/>
            </a:lvl8pPr>
            <a:lvl9pPr marL="4114800" lvl="8" indent="-228600" algn="l">
              <a:lnSpc>
                <a:spcPct val="90000"/>
              </a:lnSpc>
              <a:spcBef>
                <a:spcPts val="547"/>
              </a:spcBef>
              <a:spcAft>
                <a:spcPts val="0"/>
              </a:spcAft>
              <a:buClr>
                <a:schemeClr val="dk1"/>
              </a:buClr>
              <a:buSzPts val="1750"/>
              <a:buNone/>
              <a:defRPr sz="1750" b="1"/>
            </a:lvl9pPr>
          </a:lstStyle>
          <a:p>
            <a:endParaRPr/>
          </a:p>
        </p:txBody>
      </p:sp>
      <p:sp>
        <p:nvSpPr>
          <p:cNvPr id="116" name="Google Shape;116;p19"/>
          <p:cNvSpPr txBox="1">
            <a:spLocks noGrp="1"/>
          </p:cNvSpPr>
          <p:nvPr>
            <p:ph type="body" idx="4"/>
          </p:nvPr>
        </p:nvSpPr>
        <p:spPr>
          <a:xfrm>
            <a:off x="12753652" y="13149210"/>
            <a:ext cx="10709896" cy="19341874"/>
          </a:xfrm>
          <a:prstGeom prst="rect">
            <a:avLst/>
          </a:prstGeom>
          <a:noFill/>
          <a:ln>
            <a:noFill/>
          </a:ln>
        </p:spPr>
        <p:txBody>
          <a:bodyPr spcFirstLastPara="1" wrap="square" lIns="456475" tIns="456475" rIns="456475" bIns="456475" anchor="t" anchorCtr="0">
            <a:noAutofit/>
          </a:bodyPr>
          <a:lstStyle>
            <a:lvl1pPr marL="457200" lvl="0" indent="-228600" algn="l">
              <a:spcBef>
                <a:spcPts val="788"/>
              </a:spcBef>
              <a:spcAft>
                <a:spcPts val="0"/>
              </a:spcAft>
              <a:buSzPts val="1400"/>
              <a:buNone/>
              <a:defRPr/>
            </a:lvl1pPr>
            <a:lvl2pPr marL="914400" lvl="1" indent="-228600" algn="l">
              <a:spcBef>
                <a:spcPts val="788"/>
              </a:spcBef>
              <a:spcAft>
                <a:spcPts val="0"/>
              </a:spcAft>
              <a:buSzPts val="1400"/>
              <a:buNone/>
              <a:defRPr/>
            </a:lvl2pPr>
            <a:lvl3pPr marL="1371600" lvl="2" indent="-228600" algn="l">
              <a:spcBef>
                <a:spcPts val="650"/>
              </a:spcBef>
              <a:spcAft>
                <a:spcPts val="0"/>
              </a:spcAft>
              <a:buSzPts val="1400"/>
              <a:buNone/>
              <a:defRPr/>
            </a:lvl3pPr>
            <a:lvl4pPr marL="1828800" lvl="3" indent="-228600" algn="l">
              <a:spcBef>
                <a:spcPts val="525"/>
              </a:spcBef>
              <a:spcAft>
                <a:spcPts val="0"/>
              </a:spcAft>
              <a:buSzPts val="1400"/>
              <a:buNone/>
              <a:defRPr/>
            </a:lvl4pPr>
            <a:lvl5pPr marL="2286000" lvl="4" indent="-228600" algn="l">
              <a:spcBef>
                <a:spcPts val="525"/>
              </a:spcBef>
              <a:spcAft>
                <a:spcPts val="0"/>
              </a:spcAft>
              <a:buSzPts val="1400"/>
              <a:buNone/>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Yalnızca Başlık" type="titleOnly">
  <p:cSld name="TITLE_ONLY">
    <p:spTree>
      <p:nvGrpSpPr>
        <p:cNvPr id="1" name="Shape 117"/>
        <p:cNvGrpSpPr/>
        <p:nvPr/>
      </p:nvGrpSpPr>
      <p:grpSpPr>
        <a:xfrm>
          <a:off x="0" y="0"/>
          <a:ext cx="0" cy="0"/>
          <a:chOff x="0" y="0"/>
          <a:chExt cx="0" cy="0"/>
        </a:xfrm>
      </p:grpSpPr>
      <p:sp>
        <p:nvSpPr>
          <p:cNvPr id="118" name="Google Shape;118;p20"/>
          <p:cNvSpPr txBox="1">
            <a:spLocks noGrp="1"/>
          </p:cNvSpPr>
          <p:nvPr>
            <p:ph type="title"/>
          </p:nvPr>
        </p:nvSpPr>
        <p:spPr>
          <a:xfrm>
            <a:off x="550863" y="1392238"/>
            <a:ext cx="24060150" cy="2401887"/>
          </a:xfrm>
          <a:prstGeom prst="rect">
            <a:avLst/>
          </a:prstGeom>
          <a:noFill/>
          <a:ln>
            <a:noFill/>
          </a:ln>
        </p:spPr>
        <p:txBody>
          <a:bodyPr spcFirstLastPara="1" wrap="square" lIns="90000" tIns="46800" rIns="90000" bIns="46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oş" type="blank">
  <p:cSld name="BLANK">
    <p:spTree>
      <p:nvGrpSpPr>
        <p:cNvPr id="1" name="Shape 119"/>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şlıklı İçerik" type="objTx">
  <p:cSld name="OBJECT_WITH_CAPTION_TEXT">
    <p:spTree>
      <p:nvGrpSpPr>
        <p:cNvPr id="1" name="Shape 120"/>
        <p:cNvGrpSpPr/>
        <p:nvPr/>
      </p:nvGrpSpPr>
      <p:grpSpPr>
        <a:xfrm>
          <a:off x="0" y="0"/>
          <a:ext cx="0" cy="0"/>
          <a:chOff x="0" y="0"/>
          <a:chExt cx="0" cy="0"/>
        </a:xfrm>
      </p:grpSpPr>
      <p:sp>
        <p:nvSpPr>
          <p:cNvPr id="121" name="Google Shape;121;p22"/>
          <p:cNvSpPr txBox="1">
            <a:spLocks noGrp="1"/>
          </p:cNvSpPr>
          <p:nvPr>
            <p:ph type="title"/>
          </p:nvPr>
        </p:nvSpPr>
        <p:spPr>
          <a:xfrm>
            <a:off x="1734869" y="2399289"/>
            <a:ext cx="8125817" cy="8400981"/>
          </a:xfrm>
          <a:prstGeom prst="rect">
            <a:avLst/>
          </a:prstGeom>
          <a:noFill/>
          <a:ln>
            <a:noFill/>
          </a:ln>
        </p:spPr>
        <p:txBody>
          <a:bodyPr spcFirstLastPara="1" wrap="square" lIns="90000" tIns="46800" rIns="90000" bIns="46800" anchor="b" anchorCtr="0">
            <a:noAutofit/>
          </a:bodyPr>
          <a:lstStyle>
            <a:lvl1pPr lvl="0" algn="ctr">
              <a:spcBef>
                <a:spcPts val="0"/>
              </a:spcBef>
              <a:spcAft>
                <a:spcPts val="0"/>
              </a:spcAft>
              <a:buSzPts val="1400"/>
              <a:buNone/>
              <a:defRPr sz="35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2" name="Google Shape;122;p22"/>
          <p:cNvSpPr txBox="1">
            <a:spLocks noGrp="1"/>
          </p:cNvSpPr>
          <p:nvPr>
            <p:ph type="body" idx="1"/>
          </p:nvPr>
        </p:nvSpPr>
        <p:spPr>
          <a:xfrm>
            <a:off x="10709896" y="5183990"/>
            <a:ext cx="12753652" cy="25583147"/>
          </a:xfrm>
          <a:prstGeom prst="rect">
            <a:avLst/>
          </a:prstGeom>
          <a:noFill/>
          <a:ln>
            <a:noFill/>
          </a:ln>
        </p:spPr>
        <p:txBody>
          <a:bodyPr spcFirstLastPara="1" wrap="square" lIns="456475" tIns="456475" rIns="456475" bIns="456475" anchor="t" anchorCtr="0">
            <a:noAutofit/>
          </a:bodyPr>
          <a:lstStyle>
            <a:lvl1pPr marL="457200" lvl="0" indent="-228600" algn="l">
              <a:spcBef>
                <a:spcPts val="788"/>
              </a:spcBef>
              <a:spcAft>
                <a:spcPts val="0"/>
              </a:spcAft>
              <a:buSzPts val="1400"/>
              <a:buNone/>
              <a:defRPr sz="3500"/>
            </a:lvl1pPr>
            <a:lvl2pPr marL="914400" lvl="1" indent="-228600" algn="l">
              <a:spcBef>
                <a:spcPts val="788"/>
              </a:spcBef>
              <a:spcAft>
                <a:spcPts val="0"/>
              </a:spcAft>
              <a:buSzPts val="1400"/>
              <a:buNone/>
              <a:defRPr sz="3062"/>
            </a:lvl2pPr>
            <a:lvl3pPr marL="1371600" lvl="2" indent="-228600" algn="l">
              <a:spcBef>
                <a:spcPts val="650"/>
              </a:spcBef>
              <a:spcAft>
                <a:spcPts val="0"/>
              </a:spcAft>
              <a:buSzPts val="1400"/>
              <a:buNone/>
              <a:defRPr sz="2625"/>
            </a:lvl3pPr>
            <a:lvl4pPr marL="1828800" lvl="3" indent="-228600" algn="l">
              <a:spcBef>
                <a:spcPts val="525"/>
              </a:spcBef>
              <a:spcAft>
                <a:spcPts val="0"/>
              </a:spcAft>
              <a:buSzPts val="1400"/>
              <a:buNone/>
              <a:defRPr sz="2187"/>
            </a:lvl4pPr>
            <a:lvl5pPr marL="2286000" lvl="4" indent="-228600" algn="l">
              <a:spcBef>
                <a:spcPts val="525"/>
              </a:spcBef>
              <a:spcAft>
                <a:spcPts val="0"/>
              </a:spcAft>
              <a:buSzPts val="1400"/>
              <a:buNone/>
              <a:defRPr sz="2187"/>
            </a:lvl5pPr>
            <a:lvl6pPr marL="2743200" lvl="5" indent="-367474" algn="l">
              <a:lnSpc>
                <a:spcPct val="90000"/>
              </a:lnSpc>
              <a:spcBef>
                <a:spcPts val="547"/>
              </a:spcBef>
              <a:spcAft>
                <a:spcPts val="0"/>
              </a:spcAft>
              <a:buClr>
                <a:schemeClr val="dk1"/>
              </a:buClr>
              <a:buSzPts val="2187"/>
              <a:buChar char="•"/>
              <a:defRPr sz="2187"/>
            </a:lvl6pPr>
            <a:lvl7pPr marL="3200400" lvl="6" indent="-367474" algn="l">
              <a:lnSpc>
                <a:spcPct val="90000"/>
              </a:lnSpc>
              <a:spcBef>
                <a:spcPts val="547"/>
              </a:spcBef>
              <a:spcAft>
                <a:spcPts val="0"/>
              </a:spcAft>
              <a:buClr>
                <a:schemeClr val="dk1"/>
              </a:buClr>
              <a:buSzPts val="2187"/>
              <a:buChar char="•"/>
              <a:defRPr sz="2187"/>
            </a:lvl7pPr>
            <a:lvl8pPr marL="3657600" lvl="7" indent="-367474" algn="l">
              <a:lnSpc>
                <a:spcPct val="90000"/>
              </a:lnSpc>
              <a:spcBef>
                <a:spcPts val="547"/>
              </a:spcBef>
              <a:spcAft>
                <a:spcPts val="0"/>
              </a:spcAft>
              <a:buClr>
                <a:schemeClr val="dk1"/>
              </a:buClr>
              <a:buSzPts val="2187"/>
              <a:buChar char="•"/>
              <a:defRPr sz="2187"/>
            </a:lvl8pPr>
            <a:lvl9pPr marL="4114800" lvl="8" indent="-367474" algn="l">
              <a:lnSpc>
                <a:spcPct val="90000"/>
              </a:lnSpc>
              <a:spcBef>
                <a:spcPts val="547"/>
              </a:spcBef>
              <a:spcAft>
                <a:spcPts val="0"/>
              </a:spcAft>
              <a:buClr>
                <a:schemeClr val="dk1"/>
              </a:buClr>
              <a:buSzPts val="2187"/>
              <a:buChar char="•"/>
              <a:defRPr sz="2187"/>
            </a:lvl9pPr>
          </a:lstStyle>
          <a:p>
            <a:endParaRPr/>
          </a:p>
        </p:txBody>
      </p:sp>
      <p:sp>
        <p:nvSpPr>
          <p:cNvPr id="123" name="Google Shape;123;p22"/>
          <p:cNvSpPr txBox="1">
            <a:spLocks noGrp="1"/>
          </p:cNvSpPr>
          <p:nvPr>
            <p:ph type="body" idx="2"/>
          </p:nvPr>
        </p:nvSpPr>
        <p:spPr>
          <a:xfrm>
            <a:off x="1734869" y="10800270"/>
            <a:ext cx="8125817" cy="20008534"/>
          </a:xfrm>
          <a:prstGeom prst="rect">
            <a:avLst/>
          </a:prstGeom>
          <a:noFill/>
          <a:ln>
            <a:noFill/>
          </a:ln>
        </p:spPr>
        <p:txBody>
          <a:bodyPr spcFirstLastPara="1" wrap="square" lIns="456475" tIns="456475" rIns="456475" bIns="456475" anchor="t" anchorCtr="0">
            <a:noAutofit/>
          </a:bodyPr>
          <a:lstStyle>
            <a:lvl1pPr marL="457200" lvl="0" indent="-228600" algn="l">
              <a:spcBef>
                <a:spcPts val="788"/>
              </a:spcBef>
              <a:spcAft>
                <a:spcPts val="0"/>
              </a:spcAft>
              <a:buSzPts val="1750"/>
              <a:buNone/>
              <a:defRPr sz="1750"/>
            </a:lvl1pPr>
            <a:lvl2pPr marL="914400" lvl="1" indent="-228600" algn="l">
              <a:spcBef>
                <a:spcPts val="788"/>
              </a:spcBef>
              <a:spcAft>
                <a:spcPts val="0"/>
              </a:spcAft>
              <a:buSzPts val="1531"/>
              <a:buNone/>
              <a:defRPr sz="1531"/>
            </a:lvl2pPr>
            <a:lvl3pPr marL="1371600" lvl="2" indent="-228600" algn="l">
              <a:spcBef>
                <a:spcPts val="650"/>
              </a:spcBef>
              <a:spcAft>
                <a:spcPts val="0"/>
              </a:spcAft>
              <a:buSzPts val="1312"/>
              <a:buNone/>
              <a:defRPr sz="1312"/>
            </a:lvl3pPr>
            <a:lvl4pPr marL="1828800" lvl="3" indent="-228600" algn="l">
              <a:spcBef>
                <a:spcPts val="525"/>
              </a:spcBef>
              <a:spcAft>
                <a:spcPts val="0"/>
              </a:spcAft>
              <a:buSzPts val="1094"/>
              <a:buNone/>
              <a:defRPr sz="1094"/>
            </a:lvl4pPr>
            <a:lvl5pPr marL="2286000" lvl="4" indent="-228600" algn="l">
              <a:spcBef>
                <a:spcPts val="525"/>
              </a:spcBef>
              <a:spcAft>
                <a:spcPts val="0"/>
              </a:spcAft>
              <a:buSzPts val="1094"/>
              <a:buNone/>
              <a:defRPr sz="1094"/>
            </a:lvl5pPr>
            <a:lvl6pPr marL="2743200" lvl="5" indent="-228600" algn="l">
              <a:lnSpc>
                <a:spcPct val="90000"/>
              </a:lnSpc>
              <a:spcBef>
                <a:spcPts val="547"/>
              </a:spcBef>
              <a:spcAft>
                <a:spcPts val="0"/>
              </a:spcAft>
              <a:buClr>
                <a:schemeClr val="dk1"/>
              </a:buClr>
              <a:buSzPts val="1094"/>
              <a:buNone/>
              <a:defRPr sz="1094"/>
            </a:lvl6pPr>
            <a:lvl7pPr marL="3200400" lvl="6" indent="-228600" algn="l">
              <a:lnSpc>
                <a:spcPct val="90000"/>
              </a:lnSpc>
              <a:spcBef>
                <a:spcPts val="547"/>
              </a:spcBef>
              <a:spcAft>
                <a:spcPts val="0"/>
              </a:spcAft>
              <a:buClr>
                <a:schemeClr val="dk1"/>
              </a:buClr>
              <a:buSzPts val="1094"/>
              <a:buNone/>
              <a:defRPr sz="1094"/>
            </a:lvl7pPr>
            <a:lvl8pPr marL="3657600" lvl="7" indent="-228600" algn="l">
              <a:lnSpc>
                <a:spcPct val="90000"/>
              </a:lnSpc>
              <a:spcBef>
                <a:spcPts val="547"/>
              </a:spcBef>
              <a:spcAft>
                <a:spcPts val="0"/>
              </a:spcAft>
              <a:buClr>
                <a:schemeClr val="dk1"/>
              </a:buClr>
              <a:buSzPts val="1094"/>
              <a:buNone/>
              <a:defRPr sz="1094"/>
            </a:lvl8pPr>
            <a:lvl9pPr marL="4114800" lvl="8" indent="-228600" algn="l">
              <a:lnSpc>
                <a:spcPct val="90000"/>
              </a:lnSpc>
              <a:spcBef>
                <a:spcPts val="547"/>
              </a:spcBef>
              <a:spcAft>
                <a:spcPts val="0"/>
              </a:spcAft>
              <a:buClr>
                <a:schemeClr val="dk1"/>
              </a:buClr>
              <a:buSzPts val="1094"/>
              <a:buNone/>
              <a:defRPr sz="1094"/>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şlıklı Resim" type="picTx">
  <p:cSld name="PICTURE_WITH_CAPTION_TEXT">
    <p:spTree>
      <p:nvGrpSpPr>
        <p:cNvPr id="1" name="Shape 124"/>
        <p:cNvGrpSpPr/>
        <p:nvPr/>
      </p:nvGrpSpPr>
      <p:grpSpPr>
        <a:xfrm>
          <a:off x="0" y="0"/>
          <a:ext cx="0" cy="0"/>
          <a:chOff x="0" y="0"/>
          <a:chExt cx="0" cy="0"/>
        </a:xfrm>
      </p:grpSpPr>
      <p:sp>
        <p:nvSpPr>
          <p:cNvPr id="125" name="Google Shape;125;p23"/>
          <p:cNvSpPr txBox="1">
            <a:spLocks noGrp="1"/>
          </p:cNvSpPr>
          <p:nvPr>
            <p:ph type="title"/>
          </p:nvPr>
        </p:nvSpPr>
        <p:spPr>
          <a:xfrm>
            <a:off x="1734869" y="2399289"/>
            <a:ext cx="8125817" cy="8400981"/>
          </a:xfrm>
          <a:prstGeom prst="rect">
            <a:avLst/>
          </a:prstGeom>
          <a:noFill/>
          <a:ln>
            <a:noFill/>
          </a:ln>
        </p:spPr>
        <p:txBody>
          <a:bodyPr spcFirstLastPara="1" wrap="square" lIns="90000" tIns="46800" rIns="90000" bIns="46800" anchor="b" anchorCtr="0">
            <a:noAutofit/>
          </a:bodyPr>
          <a:lstStyle>
            <a:lvl1pPr lvl="0" algn="ctr">
              <a:spcBef>
                <a:spcPts val="0"/>
              </a:spcBef>
              <a:spcAft>
                <a:spcPts val="0"/>
              </a:spcAft>
              <a:buSzPts val="1400"/>
              <a:buNone/>
              <a:defRPr sz="35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6" name="Google Shape;126;p23"/>
          <p:cNvSpPr>
            <a:spLocks noGrp="1"/>
          </p:cNvSpPr>
          <p:nvPr>
            <p:ph type="pic" idx="2"/>
          </p:nvPr>
        </p:nvSpPr>
        <p:spPr>
          <a:xfrm>
            <a:off x="10709896" y="5183990"/>
            <a:ext cx="12753652" cy="25583147"/>
          </a:xfrm>
          <a:prstGeom prst="rect">
            <a:avLst/>
          </a:prstGeom>
          <a:noFill/>
          <a:ln>
            <a:noFill/>
          </a:ln>
        </p:spPr>
      </p:sp>
      <p:sp>
        <p:nvSpPr>
          <p:cNvPr id="127" name="Google Shape;127;p23"/>
          <p:cNvSpPr txBox="1">
            <a:spLocks noGrp="1"/>
          </p:cNvSpPr>
          <p:nvPr>
            <p:ph type="body" idx="1"/>
          </p:nvPr>
        </p:nvSpPr>
        <p:spPr>
          <a:xfrm>
            <a:off x="1734869" y="10800270"/>
            <a:ext cx="8125817" cy="20008534"/>
          </a:xfrm>
          <a:prstGeom prst="rect">
            <a:avLst/>
          </a:prstGeom>
          <a:noFill/>
          <a:ln>
            <a:noFill/>
          </a:ln>
        </p:spPr>
        <p:txBody>
          <a:bodyPr spcFirstLastPara="1" wrap="square" lIns="456475" tIns="456475" rIns="456475" bIns="456475" anchor="t" anchorCtr="0">
            <a:noAutofit/>
          </a:bodyPr>
          <a:lstStyle>
            <a:lvl1pPr marL="457200" lvl="0" indent="-228600" algn="l">
              <a:spcBef>
                <a:spcPts val="788"/>
              </a:spcBef>
              <a:spcAft>
                <a:spcPts val="0"/>
              </a:spcAft>
              <a:buSzPts val="1750"/>
              <a:buNone/>
              <a:defRPr sz="1750"/>
            </a:lvl1pPr>
            <a:lvl2pPr marL="914400" lvl="1" indent="-228600" algn="l">
              <a:spcBef>
                <a:spcPts val="788"/>
              </a:spcBef>
              <a:spcAft>
                <a:spcPts val="0"/>
              </a:spcAft>
              <a:buSzPts val="1531"/>
              <a:buNone/>
              <a:defRPr sz="1531"/>
            </a:lvl2pPr>
            <a:lvl3pPr marL="1371600" lvl="2" indent="-228600" algn="l">
              <a:spcBef>
                <a:spcPts val="650"/>
              </a:spcBef>
              <a:spcAft>
                <a:spcPts val="0"/>
              </a:spcAft>
              <a:buSzPts val="1312"/>
              <a:buNone/>
              <a:defRPr sz="1312"/>
            </a:lvl3pPr>
            <a:lvl4pPr marL="1828800" lvl="3" indent="-228600" algn="l">
              <a:spcBef>
                <a:spcPts val="525"/>
              </a:spcBef>
              <a:spcAft>
                <a:spcPts val="0"/>
              </a:spcAft>
              <a:buSzPts val="1094"/>
              <a:buNone/>
              <a:defRPr sz="1094"/>
            </a:lvl4pPr>
            <a:lvl5pPr marL="2286000" lvl="4" indent="-228600" algn="l">
              <a:spcBef>
                <a:spcPts val="525"/>
              </a:spcBef>
              <a:spcAft>
                <a:spcPts val="0"/>
              </a:spcAft>
              <a:buSzPts val="1094"/>
              <a:buNone/>
              <a:defRPr sz="1094"/>
            </a:lvl5pPr>
            <a:lvl6pPr marL="2743200" lvl="5" indent="-228600" algn="l">
              <a:lnSpc>
                <a:spcPct val="90000"/>
              </a:lnSpc>
              <a:spcBef>
                <a:spcPts val="547"/>
              </a:spcBef>
              <a:spcAft>
                <a:spcPts val="0"/>
              </a:spcAft>
              <a:buClr>
                <a:schemeClr val="dk1"/>
              </a:buClr>
              <a:buSzPts val="1094"/>
              <a:buNone/>
              <a:defRPr sz="1094"/>
            </a:lvl6pPr>
            <a:lvl7pPr marL="3200400" lvl="6" indent="-228600" algn="l">
              <a:lnSpc>
                <a:spcPct val="90000"/>
              </a:lnSpc>
              <a:spcBef>
                <a:spcPts val="547"/>
              </a:spcBef>
              <a:spcAft>
                <a:spcPts val="0"/>
              </a:spcAft>
              <a:buClr>
                <a:schemeClr val="dk1"/>
              </a:buClr>
              <a:buSzPts val="1094"/>
              <a:buNone/>
              <a:defRPr sz="1094"/>
            </a:lvl7pPr>
            <a:lvl8pPr marL="3657600" lvl="7" indent="-228600" algn="l">
              <a:lnSpc>
                <a:spcPct val="90000"/>
              </a:lnSpc>
              <a:spcBef>
                <a:spcPts val="547"/>
              </a:spcBef>
              <a:spcAft>
                <a:spcPts val="0"/>
              </a:spcAft>
              <a:buClr>
                <a:schemeClr val="dk1"/>
              </a:buClr>
              <a:buSzPts val="1094"/>
              <a:buNone/>
              <a:defRPr sz="1094"/>
            </a:lvl8pPr>
            <a:lvl9pPr marL="4114800" lvl="8" indent="-228600" algn="l">
              <a:lnSpc>
                <a:spcPct val="90000"/>
              </a:lnSpc>
              <a:spcBef>
                <a:spcPts val="547"/>
              </a:spcBef>
              <a:spcAft>
                <a:spcPts val="0"/>
              </a:spcAft>
              <a:buClr>
                <a:schemeClr val="dk1"/>
              </a:buClr>
              <a:buSzPts val="1094"/>
              <a:buNone/>
              <a:defRPr sz="1094"/>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şlık, Dikey Metin" type="vertTx">
  <p:cSld name="VERTICAL_TEXT">
    <p:spTree>
      <p:nvGrpSpPr>
        <p:cNvPr id="1" name="Shape 128"/>
        <p:cNvGrpSpPr/>
        <p:nvPr/>
      </p:nvGrpSpPr>
      <p:grpSpPr>
        <a:xfrm>
          <a:off x="0" y="0"/>
          <a:ext cx="0" cy="0"/>
          <a:chOff x="0" y="0"/>
          <a:chExt cx="0" cy="0"/>
        </a:xfrm>
      </p:grpSpPr>
      <p:sp>
        <p:nvSpPr>
          <p:cNvPr id="129" name="Google Shape;129;p24"/>
          <p:cNvSpPr txBox="1">
            <a:spLocks noGrp="1"/>
          </p:cNvSpPr>
          <p:nvPr>
            <p:ph type="title"/>
          </p:nvPr>
        </p:nvSpPr>
        <p:spPr>
          <a:xfrm>
            <a:off x="550863" y="1392238"/>
            <a:ext cx="24060150" cy="2401887"/>
          </a:xfrm>
          <a:prstGeom prst="rect">
            <a:avLst/>
          </a:prstGeom>
          <a:noFill/>
          <a:ln>
            <a:noFill/>
          </a:ln>
        </p:spPr>
        <p:txBody>
          <a:bodyPr spcFirstLastPara="1" wrap="square" lIns="90000" tIns="46800" rIns="90000" bIns="46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0" name="Google Shape;130;p24"/>
          <p:cNvSpPr txBox="1">
            <a:spLocks noGrp="1"/>
          </p:cNvSpPr>
          <p:nvPr>
            <p:ph type="body" idx="1"/>
          </p:nvPr>
        </p:nvSpPr>
        <p:spPr>
          <a:xfrm rot="5400000">
            <a:off x="-11262518" y="17826832"/>
            <a:ext cx="29043313" cy="5721350"/>
          </a:xfrm>
          <a:prstGeom prst="rect">
            <a:avLst/>
          </a:prstGeom>
          <a:noFill/>
          <a:ln>
            <a:noFill/>
          </a:ln>
        </p:spPr>
        <p:txBody>
          <a:bodyPr spcFirstLastPara="1" wrap="square" lIns="456475" tIns="456475" rIns="456475" bIns="456475" anchor="t" anchorCtr="0">
            <a:noAutofit/>
          </a:bodyPr>
          <a:lstStyle>
            <a:lvl1pPr marL="457200" lvl="0" indent="-228600" algn="l">
              <a:spcBef>
                <a:spcPts val="788"/>
              </a:spcBef>
              <a:spcAft>
                <a:spcPts val="0"/>
              </a:spcAft>
              <a:buSzPts val="1400"/>
              <a:buNone/>
              <a:defRPr/>
            </a:lvl1pPr>
            <a:lvl2pPr marL="914400" lvl="1" indent="-228600" algn="l">
              <a:spcBef>
                <a:spcPts val="788"/>
              </a:spcBef>
              <a:spcAft>
                <a:spcPts val="0"/>
              </a:spcAft>
              <a:buSzPts val="1400"/>
              <a:buNone/>
              <a:defRPr/>
            </a:lvl2pPr>
            <a:lvl3pPr marL="1371600" lvl="2" indent="-228600" algn="l">
              <a:spcBef>
                <a:spcPts val="650"/>
              </a:spcBef>
              <a:spcAft>
                <a:spcPts val="0"/>
              </a:spcAft>
              <a:buSzPts val="1400"/>
              <a:buNone/>
              <a:defRPr/>
            </a:lvl3pPr>
            <a:lvl4pPr marL="1828800" lvl="3" indent="-228600" algn="l">
              <a:spcBef>
                <a:spcPts val="525"/>
              </a:spcBef>
              <a:spcAft>
                <a:spcPts val="0"/>
              </a:spcAft>
              <a:buSzPts val="1400"/>
              <a:buNone/>
              <a:defRPr/>
            </a:lvl4pPr>
            <a:lvl5pPr marL="2286000" lvl="4" indent="-228600" algn="l">
              <a:spcBef>
                <a:spcPts val="525"/>
              </a:spcBef>
              <a:spcAft>
                <a:spcPts val="0"/>
              </a:spcAft>
              <a:buSzPts val="1400"/>
              <a:buNone/>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Dikey Başlık ve Metin" type="vertTitleAndTx">
  <p:cSld name="VERTICAL_TITLE_AND_VERTICAL_TEXT">
    <p:spTree>
      <p:nvGrpSpPr>
        <p:cNvPr id="1" name="Shape 131"/>
        <p:cNvGrpSpPr/>
        <p:nvPr/>
      </p:nvGrpSpPr>
      <p:grpSpPr>
        <a:xfrm>
          <a:off x="0" y="0"/>
          <a:ext cx="0" cy="0"/>
          <a:chOff x="0" y="0"/>
          <a:chExt cx="0" cy="0"/>
        </a:xfrm>
      </p:grpSpPr>
      <p:sp>
        <p:nvSpPr>
          <p:cNvPr id="132" name="Google Shape;132;p25"/>
          <p:cNvSpPr txBox="1">
            <a:spLocks noGrp="1"/>
          </p:cNvSpPr>
          <p:nvPr>
            <p:ph type="title"/>
          </p:nvPr>
        </p:nvSpPr>
        <p:spPr>
          <a:xfrm rot="5400000">
            <a:off x="4675528" y="15274631"/>
            <a:ext cx="33817463" cy="6052904"/>
          </a:xfrm>
          <a:prstGeom prst="rect">
            <a:avLst/>
          </a:prstGeom>
          <a:noFill/>
          <a:ln>
            <a:noFill/>
          </a:ln>
        </p:spPr>
        <p:txBody>
          <a:bodyPr spcFirstLastPara="1" wrap="square" lIns="90000" tIns="46800" rIns="90000" bIns="46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3" name="Google Shape;133;p25"/>
          <p:cNvSpPr txBox="1">
            <a:spLocks noGrp="1"/>
          </p:cNvSpPr>
          <p:nvPr>
            <p:ph type="body" idx="1"/>
          </p:nvPr>
        </p:nvSpPr>
        <p:spPr>
          <a:xfrm rot="5400000">
            <a:off x="-7474473" y="9265006"/>
            <a:ext cx="33817463" cy="18072153"/>
          </a:xfrm>
          <a:prstGeom prst="rect">
            <a:avLst/>
          </a:prstGeom>
          <a:noFill/>
          <a:ln>
            <a:noFill/>
          </a:ln>
        </p:spPr>
        <p:txBody>
          <a:bodyPr spcFirstLastPara="1" wrap="square" lIns="456475" tIns="456475" rIns="456475" bIns="456475" anchor="t" anchorCtr="0">
            <a:noAutofit/>
          </a:bodyPr>
          <a:lstStyle>
            <a:lvl1pPr marL="457200" lvl="0" indent="-228600" algn="l">
              <a:spcBef>
                <a:spcPts val="788"/>
              </a:spcBef>
              <a:spcAft>
                <a:spcPts val="0"/>
              </a:spcAft>
              <a:buSzPts val="1400"/>
              <a:buNone/>
              <a:defRPr/>
            </a:lvl1pPr>
            <a:lvl2pPr marL="914400" lvl="1" indent="-228600" algn="l">
              <a:spcBef>
                <a:spcPts val="788"/>
              </a:spcBef>
              <a:spcAft>
                <a:spcPts val="0"/>
              </a:spcAft>
              <a:buSzPts val="1400"/>
              <a:buNone/>
              <a:defRPr/>
            </a:lvl2pPr>
            <a:lvl3pPr marL="1371600" lvl="2" indent="-228600" algn="l">
              <a:spcBef>
                <a:spcPts val="650"/>
              </a:spcBef>
              <a:spcAft>
                <a:spcPts val="0"/>
              </a:spcAft>
              <a:buSzPts val="1400"/>
              <a:buNone/>
              <a:defRPr/>
            </a:lvl3pPr>
            <a:lvl4pPr marL="1828800" lvl="3" indent="-228600" algn="l">
              <a:spcBef>
                <a:spcPts val="525"/>
              </a:spcBef>
              <a:spcAft>
                <a:spcPts val="0"/>
              </a:spcAft>
              <a:buSzPts val="1400"/>
              <a:buNone/>
              <a:defRPr/>
            </a:lvl4pPr>
            <a:lvl5pPr marL="2286000" lvl="4" indent="-228600" algn="l">
              <a:spcBef>
                <a:spcPts val="525"/>
              </a:spcBef>
              <a:spcAft>
                <a:spcPts val="0"/>
              </a:spcAft>
              <a:buSzPts val="1400"/>
              <a:buNone/>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şlık Slaydı" type="title">
  <p:cSld name="TITLE">
    <p:spTree>
      <p:nvGrpSpPr>
        <p:cNvPr id="1" name="Shape 142"/>
        <p:cNvGrpSpPr/>
        <p:nvPr/>
      </p:nvGrpSpPr>
      <p:grpSpPr>
        <a:xfrm>
          <a:off x="0" y="0"/>
          <a:ext cx="0" cy="0"/>
          <a:chOff x="0" y="0"/>
          <a:chExt cx="0" cy="0"/>
        </a:xfrm>
      </p:grpSpPr>
      <p:sp>
        <p:nvSpPr>
          <p:cNvPr id="143" name="Google Shape;143;p27"/>
          <p:cNvSpPr txBox="1">
            <a:spLocks noGrp="1"/>
          </p:cNvSpPr>
          <p:nvPr>
            <p:ph type="ctrTitle"/>
          </p:nvPr>
        </p:nvSpPr>
        <p:spPr>
          <a:xfrm>
            <a:off x="3149005" y="5892319"/>
            <a:ext cx="18894029" cy="12532895"/>
          </a:xfrm>
          <a:prstGeom prst="rect">
            <a:avLst/>
          </a:prstGeom>
          <a:noFill/>
          <a:ln>
            <a:noFill/>
          </a:ln>
        </p:spPr>
        <p:txBody>
          <a:bodyPr spcFirstLastPara="1" wrap="square" lIns="90000" tIns="46800" rIns="90000" bIns="46800" anchor="b" anchorCtr="0">
            <a:noAutofit/>
          </a:bodyPr>
          <a:lstStyle>
            <a:lvl1pPr lvl="0" algn="ctr">
              <a:spcBef>
                <a:spcPts val="0"/>
              </a:spcBef>
              <a:spcAft>
                <a:spcPts val="0"/>
              </a:spcAft>
              <a:buSzPts val="1400"/>
              <a:buNone/>
              <a:defRPr sz="6562"/>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4" name="Google Shape;144;p27"/>
          <p:cNvSpPr txBox="1">
            <a:spLocks noGrp="1"/>
          </p:cNvSpPr>
          <p:nvPr>
            <p:ph type="subTitle" idx="1"/>
          </p:nvPr>
        </p:nvSpPr>
        <p:spPr>
          <a:xfrm>
            <a:off x="3149005" y="18907849"/>
            <a:ext cx="18894029" cy="8692645"/>
          </a:xfrm>
          <a:prstGeom prst="rect">
            <a:avLst/>
          </a:prstGeom>
          <a:noFill/>
          <a:ln>
            <a:noFill/>
          </a:ln>
        </p:spPr>
        <p:txBody>
          <a:bodyPr spcFirstLastPara="1" wrap="square" lIns="456475" tIns="456475" rIns="456475" bIns="456475" anchor="t" anchorCtr="0">
            <a:noAutofit/>
          </a:bodyPr>
          <a:lstStyle>
            <a:lvl1pPr lvl="0" algn="ctr">
              <a:spcBef>
                <a:spcPts val="788"/>
              </a:spcBef>
              <a:spcAft>
                <a:spcPts val="0"/>
              </a:spcAft>
              <a:buSzPts val="2625"/>
              <a:buNone/>
              <a:defRPr sz="2625"/>
            </a:lvl1pPr>
            <a:lvl2pPr lvl="1" algn="ctr">
              <a:spcBef>
                <a:spcPts val="788"/>
              </a:spcBef>
              <a:spcAft>
                <a:spcPts val="0"/>
              </a:spcAft>
              <a:buSzPts val="2187"/>
              <a:buNone/>
              <a:defRPr sz="2187"/>
            </a:lvl2pPr>
            <a:lvl3pPr lvl="2" algn="ctr">
              <a:spcBef>
                <a:spcPts val="650"/>
              </a:spcBef>
              <a:spcAft>
                <a:spcPts val="0"/>
              </a:spcAft>
              <a:buSzPts val="1968"/>
              <a:buNone/>
              <a:defRPr sz="1968"/>
            </a:lvl3pPr>
            <a:lvl4pPr lvl="3" algn="ctr">
              <a:spcBef>
                <a:spcPts val="525"/>
              </a:spcBef>
              <a:spcAft>
                <a:spcPts val="0"/>
              </a:spcAft>
              <a:buSzPts val="1750"/>
              <a:buNone/>
              <a:defRPr sz="1750"/>
            </a:lvl4pPr>
            <a:lvl5pPr lvl="4" algn="ctr">
              <a:spcBef>
                <a:spcPts val="525"/>
              </a:spcBef>
              <a:spcAft>
                <a:spcPts val="0"/>
              </a:spcAft>
              <a:buSzPts val="1750"/>
              <a:buNone/>
              <a:defRPr sz="1750"/>
            </a:lvl5pPr>
            <a:lvl6pPr lvl="5" algn="ctr">
              <a:lnSpc>
                <a:spcPct val="90000"/>
              </a:lnSpc>
              <a:spcBef>
                <a:spcPts val="547"/>
              </a:spcBef>
              <a:spcAft>
                <a:spcPts val="0"/>
              </a:spcAft>
              <a:buClr>
                <a:schemeClr val="dk1"/>
              </a:buClr>
              <a:buSzPts val="1750"/>
              <a:buNone/>
              <a:defRPr sz="1750"/>
            </a:lvl6pPr>
            <a:lvl7pPr lvl="6" algn="ctr">
              <a:lnSpc>
                <a:spcPct val="90000"/>
              </a:lnSpc>
              <a:spcBef>
                <a:spcPts val="547"/>
              </a:spcBef>
              <a:spcAft>
                <a:spcPts val="0"/>
              </a:spcAft>
              <a:buClr>
                <a:schemeClr val="dk1"/>
              </a:buClr>
              <a:buSzPts val="1750"/>
              <a:buNone/>
              <a:defRPr sz="1750"/>
            </a:lvl7pPr>
            <a:lvl8pPr lvl="7" algn="ctr">
              <a:lnSpc>
                <a:spcPct val="90000"/>
              </a:lnSpc>
              <a:spcBef>
                <a:spcPts val="547"/>
              </a:spcBef>
              <a:spcAft>
                <a:spcPts val="0"/>
              </a:spcAft>
              <a:buClr>
                <a:schemeClr val="dk1"/>
              </a:buClr>
              <a:buSzPts val="1750"/>
              <a:buNone/>
              <a:defRPr sz="1750"/>
            </a:lvl8pPr>
            <a:lvl9pPr lvl="8" algn="ctr">
              <a:lnSpc>
                <a:spcPct val="90000"/>
              </a:lnSpc>
              <a:spcBef>
                <a:spcPts val="547"/>
              </a:spcBef>
              <a:spcAft>
                <a:spcPts val="0"/>
              </a:spcAft>
              <a:buClr>
                <a:schemeClr val="dk1"/>
              </a:buClr>
              <a:buSzPts val="1750"/>
              <a:buNone/>
              <a:defRPr sz="175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şlık ve İçerik" type="obj">
  <p:cSld name="OBJECT">
    <p:spTree>
      <p:nvGrpSpPr>
        <p:cNvPr id="1" name="Shape 145"/>
        <p:cNvGrpSpPr/>
        <p:nvPr/>
      </p:nvGrpSpPr>
      <p:grpSpPr>
        <a:xfrm>
          <a:off x="0" y="0"/>
          <a:ext cx="0" cy="0"/>
          <a:chOff x="0" y="0"/>
          <a:chExt cx="0" cy="0"/>
        </a:xfrm>
      </p:grpSpPr>
      <p:sp>
        <p:nvSpPr>
          <p:cNvPr id="146" name="Google Shape;146;p28"/>
          <p:cNvSpPr txBox="1">
            <a:spLocks noGrp="1"/>
          </p:cNvSpPr>
          <p:nvPr>
            <p:ph type="title"/>
          </p:nvPr>
        </p:nvSpPr>
        <p:spPr>
          <a:xfrm>
            <a:off x="550863" y="1392238"/>
            <a:ext cx="24060150" cy="2401887"/>
          </a:xfrm>
          <a:prstGeom prst="rect">
            <a:avLst/>
          </a:prstGeom>
          <a:noFill/>
          <a:ln>
            <a:noFill/>
          </a:ln>
        </p:spPr>
        <p:txBody>
          <a:bodyPr spcFirstLastPara="1" wrap="square" lIns="90000" tIns="46800" rIns="90000" bIns="46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7" name="Google Shape;147;p28"/>
          <p:cNvSpPr txBox="1">
            <a:spLocks noGrp="1"/>
          </p:cNvSpPr>
          <p:nvPr>
            <p:ph type="body" idx="1"/>
          </p:nvPr>
        </p:nvSpPr>
        <p:spPr>
          <a:xfrm>
            <a:off x="398463" y="6165850"/>
            <a:ext cx="24212550" cy="29043313"/>
          </a:xfrm>
          <a:prstGeom prst="rect">
            <a:avLst/>
          </a:prstGeom>
          <a:noFill/>
          <a:ln>
            <a:noFill/>
          </a:ln>
        </p:spPr>
        <p:txBody>
          <a:bodyPr spcFirstLastPara="1" wrap="square" lIns="456475" tIns="456475" rIns="456475" bIns="456475" anchor="t" anchorCtr="0">
            <a:noAutofit/>
          </a:bodyPr>
          <a:lstStyle>
            <a:lvl1pPr marL="457200" lvl="0" indent="-228600" algn="l">
              <a:spcBef>
                <a:spcPts val="788"/>
              </a:spcBef>
              <a:spcAft>
                <a:spcPts val="0"/>
              </a:spcAft>
              <a:buSzPts val="1400"/>
              <a:buNone/>
              <a:defRPr/>
            </a:lvl1pPr>
            <a:lvl2pPr marL="914400" lvl="1" indent="-228600" algn="l">
              <a:spcBef>
                <a:spcPts val="788"/>
              </a:spcBef>
              <a:spcAft>
                <a:spcPts val="0"/>
              </a:spcAft>
              <a:buSzPts val="1400"/>
              <a:buNone/>
              <a:defRPr/>
            </a:lvl2pPr>
            <a:lvl3pPr marL="1371600" lvl="2" indent="-228600" algn="l">
              <a:spcBef>
                <a:spcPts val="650"/>
              </a:spcBef>
              <a:spcAft>
                <a:spcPts val="0"/>
              </a:spcAft>
              <a:buSzPts val="1400"/>
              <a:buNone/>
              <a:defRPr/>
            </a:lvl3pPr>
            <a:lvl4pPr marL="1828800" lvl="3" indent="-228600" algn="l">
              <a:spcBef>
                <a:spcPts val="525"/>
              </a:spcBef>
              <a:spcAft>
                <a:spcPts val="0"/>
              </a:spcAft>
              <a:buSzPts val="1400"/>
              <a:buNone/>
              <a:defRPr/>
            </a:lvl4pPr>
            <a:lvl5pPr marL="2286000" lvl="4" indent="-228600" algn="l">
              <a:spcBef>
                <a:spcPts val="525"/>
              </a:spcBef>
              <a:spcAft>
                <a:spcPts val="0"/>
              </a:spcAft>
              <a:buSzPts val="1400"/>
              <a:buNone/>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ölüm Üstbilgisi" type="secHead">
  <p:cSld name="SECTION_HEADER">
    <p:spTree>
      <p:nvGrpSpPr>
        <p:cNvPr id="1" name="Shape 148"/>
        <p:cNvGrpSpPr/>
        <p:nvPr/>
      </p:nvGrpSpPr>
      <p:grpSpPr>
        <a:xfrm>
          <a:off x="0" y="0"/>
          <a:ext cx="0" cy="0"/>
          <a:chOff x="0" y="0"/>
          <a:chExt cx="0" cy="0"/>
        </a:xfrm>
      </p:grpSpPr>
      <p:sp>
        <p:nvSpPr>
          <p:cNvPr id="149" name="Google Shape;149;p29"/>
          <p:cNvSpPr txBox="1">
            <a:spLocks noGrp="1"/>
          </p:cNvSpPr>
          <p:nvPr>
            <p:ph type="title"/>
          </p:nvPr>
        </p:nvSpPr>
        <p:spPr>
          <a:xfrm>
            <a:off x="1718467" y="8975629"/>
            <a:ext cx="21728680" cy="14973850"/>
          </a:xfrm>
          <a:prstGeom prst="rect">
            <a:avLst/>
          </a:prstGeom>
          <a:noFill/>
          <a:ln>
            <a:noFill/>
          </a:ln>
        </p:spPr>
        <p:txBody>
          <a:bodyPr spcFirstLastPara="1" wrap="square" lIns="90000" tIns="46800" rIns="90000" bIns="46800" anchor="b" anchorCtr="0">
            <a:noAutofit/>
          </a:bodyPr>
          <a:lstStyle>
            <a:lvl1pPr lvl="0" algn="ctr">
              <a:spcBef>
                <a:spcPts val="0"/>
              </a:spcBef>
              <a:spcAft>
                <a:spcPts val="0"/>
              </a:spcAft>
              <a:buSzPts val="1400"/>
              <a:buNone/>
              <a:defRPr sz="6562"/>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0" name="Google Shape;150;p29"/>
          <p:cNvSpPr txBox="1">
            <a:spLocks noGrp="1"/>
          </p:cNvSpPr>
          <p:nvPr>
            <p:ph type="body" idx="1"/>
          </p:nvPr>
        </p:nvSpPr>
        <p:spPr>
          <a:xfrm>
            <a:off x="1718467" y="24091839"/>
            <a:ext cx="21728680" cy="7874943"/>
          </a:xfrm>
          <a:prstGeom prst="rect">
            <a:avLst/>
          </a:prstGeom>
          <a:noFill/>
          <a:ln>
            <a:noFill/>
          </a:ln>
        </p:spPr>
        <p:txBody>
          <a:bodyPr spcFirstLastPara="1" wrap="square" lIns="456475" tIns="456475" rIns="456475" bIns="456475" anchor="t" anchorCtr="0">
            <a:noAutofit/>
          </a:bodyPr>
          <a:lstStyle>
            <a:lvl1pPr marL="457200" lvl="0" indent="-228600" algn="l">
              <a:spcBef>
                <a:spcPts val="788"/>
              </a:spcBef>
              <a:spcAft>
                <a:spcPts val="0"/>
              </a:spcAft>
              <a:buSzPts val="2625"/>
              <a:buNone/>
              <a:defRPr sz="2625"/>
            </a:lvl1pPr>
            <a:lvl2pPr marL="914400" lvl="1" indent="-228600" algn="l">
              <a:spcBef>
                <a:spcPts val="788"/>
              </a:spcBef>
              <a:spcAft>
                <a:spcPts val="0"/>
              </a:spcAft>
              <a:buSzPts val="2187"/>
              <a:buNone/>
              <a:defRPr sz="2187"/>
            </a:lvl2pPr>
            <a:lvl3pPr marL="1371600" lvl="2" indent="-228600" algn="l">
              <a:spcBef>
                <a:spcPts val="650"/>
              </a:spcBef>
              <a:spcAft>
                <a:spcPts val="0"/>
              </a:spcAft>
              <a:buSzPts val="1968"/>
              <a:buNone/>
              <a:defRPr sz="1968"/>
            </a:lvl3pPr>
            <a:lvl4pPr marL="1828800" lvl="3" indent="-228600" algn="l">
              <a:spcBef>
                <a:spcPts val="525"/>
              </a:spcBef>
              <a:spcAft>
                <a:spcPts val="0"/>
              </a:spcAft>
              <a:buSzPts val="1750"/>
              <a:buNone/>
              <a:defRPr sz="1750"/>
            </a:lvl4pPr>
            <a:lvl5pPr marL="2286000" lvl="4" indent="-228600" algn="l">
              <a:spcBef>
                <a:spcPts val="525"/>
              </a:spcBef>
              <a:spcAft>
                <a:spcPts val="0"/>
              </a:spcAft>
              <a:buSzPts val="1750"/>
              <a:buNone/>
              <a:defRPr sz="1750"/>
            </a:lvl5pPr>
            <a:lvl6pPr marL="2743200" lvl="5" indent="-228600" algn="l">
              <a:lnSpc>
                <a:spcPct val="90000"/>
              </a:lnSpc>
              <a:spcBef>
                <a:spcPts val="547"/>
              </a:spcBef>
              <a:spcAft>
                <a:spcPts val="0"/>
              </a:spcAft>
              <a:buClr>
                <a:schemeClr val="dk1"/>
              </a:buClr>
              <a:buSzPts val="1750"/>
              <a:buNone/>
              <a:defRPr sz="1750"/>
            </a:lvl6pPr>
            <a:lvl7pPr marL="3200400" lvl="6" indent="-228600" algn="l">
              <a:lnSpc>
                <a:spcPct val="90000"/>
              </a:lnSpc>
              <a:spcBef>
                <a:spcPts val="547"/>
              </a:spcBef>
              <a:spcAft>
                <a:spcPts val="0"/>
              </a:spcAft>
              <a:buClr>
                <a:schemeClr val="dk1"/>
              </a:buClr>
              <a:buSzPts val="1750"/>
              <a:buNone/>
              <a:defRPr sz="1750"/>
            </a:lvl7pPr>
            <a:lvl8pPr marL="3657600" lvl="7" indent="-228600" algn="l">
              <a:lnSpc>
                <a:spcPct val="90000"/>
              </a:lnSpc>
              <a:spcBef>
                <a:spcPts val="547"/>
              </a:spcBef>
              <a:spcAft>
                <a:spcPts val="0"/>
              </a:spcAft>
              <a:buClr>
                <a:schemeClr val="dk1"/>
              </a:buClr>
              <a:buSzPts val="1750"/>
              <a:buNone/>
              <a:defRPr sz="1750"/>
            </a:lvl8pPr>
            <a:lvl9pPr marL="4114800" lvl="8" indent="-228600" algn="l">
              <a:lnSpc>
                <a:spcPct val="90000"/>
              </a:lnSpc>
              <a:spcBef>
                <a:spcPts val="547"/>
              </a:spcBef>
              <a:spcAft>
                <a:spcPts val="0"/>
              </a:spcAft>
              <a:buClr>
                <a:schemeClr val="dk1"/>
              </a:buClr>
              <a:buSzPts val="1750"/>
              <a:buNone/>
              <a:defRPr sz="175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İki İçerik" type="twoObj">
  <p:cSld name="TWO_OBJECTS">
    <p:spTree>
      <p:nvGrpSpPr>
        <p:cNvPr id="1" name="Shape 151"/>
        <p:cNvGrpSpPr/>
        <p:nvPr/>
      </p:nvGrpSpPr>
      <p:grpSpPr>
        <a:xfrm>
          <a:off x="0" y="0"/>
          <a:ext cx="0" cy="0"/>
          <a:chOff x="0" y="0"/>
          <a:chExt cx="0" cy="0"/>
        </a:xfrm>
      </p:grpSpPr>
      <p:sp>
        <p:nvSpPr>
          <p:cNvPr id="152" name="Google Shape;152;p30"/>
          <p:cNvSpPr txBox="1">
            <a:spLocks noGrp="1"/>
          </p:cNvSpPr>
          <p:nvPr>
            <p:ph type="title"/>
          </p:nvPr>
        </p:nvSpPr>
        <p:spPr>
          <a:xfrm>
            <a:off x="550863" y="1392238"/>
            <a:ext cx="24060150" cy="2401887"/>
          </a:xfrm>
          <a:prstGeom prst="rect">
            <a:avLst/>
          </a:prstGeom>
          <a:noFill/>
          <a:ln>
            <a:noFill/>
          </a:ln>
        </p:spPr>
        <p:txBody>
          <a:bodyPr spcFirstLastPara="1" wrap="square" lIns="90000" tIns="46800" rIns="90000" bIns="46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3" name="Google Shape;153;p30"/>
          <p:cNvSpPr txBox="1">
            <a:spLocks noGrp="1"/>
          </p:cNvSpPr>
          <p:nvPr>
            <p:ph type="body" idx="1"/>
          </p:nvPr>
        </p:nvSpPr>
        <p:spPr>
          <a:xfrm>
            <a:off x="398182" y="6166622"/>
            <a:ext cx="12062073" cy="29043192"/>
          </a:xfrm>
          <a:prstGeom prst="rect">
            <a:avLst/>
          </a:prstGeom>
          <a:noFill/>
          <a:ln>
            <a:noFill/>
          </a:ln>
        </p:spPr>
        <p:txBody>
          <a:bodyPr spcFirstLastPara="1" wrap="square" lIns="456475" tIns="456475" rIns="456475" bIns="456475" anchor="t" anchorCtr="0">
            <a:noAutofit/>
          </a:bodyPr>
          <a:lstStyle>
            <a:lvl1pPr marL="457200" lvl="0" indent="-228600" algn="l">
              <a:spcBef>
                <a:spcPts val="788"/>
              </a:spcBef>
              <a:spcAft>
                <a:spcPts val="0"/>
              </a:spcAft>
              <a:buSzPts val="1400"/>
              <a:buNone/>
              <a:defRPr/>
            </a:lvl1pPr>
            <a:lvl2pPr marL="914400" lvl="1" indent="-228600" algn="l">
              <a:spcBef>
                <a:spcPts val="788"/>
              </a:spcBef>
              <a:spcAft>
                <a:spcPts val="0"/>
              </a:spcAft>
              <a:buSzPts val="1400"/>
              <a:buNone/>
              <a:defRPr/>
            </a:lvl2pPr>
            <a:lvl3pPr marL="1371600" lvl="2" indent="-228600" algn="l">
              <a:spcBef>
                <a:spcPts val="650"/>
              </a:spcBef>
              <a:spcAft>
                <a:spcPts val="0"/>
              </a:spcAft>
              <a:buSzPts val="1400"/>
              <a:buNone/>
              <a:defRPr/>
            </a:lvl3pPr>
            <a:lvl4pPr marL="1828800" lvl="3" indent="-228600" algn="l">
              <a:spcBef>
                <a:spcPts val="525"/>
              </a:spcBef>
              <a:spcAft>
                <a:spcPts val="0"/>
              </a:spcAft>
              <a:buSzPts val="1400"/>
              <a:buNone/>
              <a:defRPr/>
            </a:lvl4pPr>
            <a:lvl5pPr marL="2286000" lvl="4" indent="-228600" algn="l">
              <a:spcBef>
                <a:spcPts val="525"/>
              </a:spcBef>
              <a:spcAft>
                <a:spcPts val="0"/>
              </a:spcAft>
              <a:buSzPts val="1400"/>
              <a:buNone/>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
        <p:nvSpPr>
          <p:cNvPr id="154" name="Google Shape;154;p30"/>
          <p:cNvSpPr txBox="1">
            <a:spLocks noGrp="1"/>
          </p:cNvSpPr>
          <p:nvPr>
            <p:ph type="body" idx="2"/>
          </p:nvPr>
        </p:nvSpPr>
        <p:spPr>
          <a:xfrm>
            <a:off x="12547727" y="6166622"/>
            <a:ext cx="12062984" cy="29043192"/>
          </a:xfrm>
          <a:prstGeom prst="rect">
            <a:avLst/>
          </a:prstGeom>
          <a:noFill/>
          <a:ln>
            <a:noFill/>
          </a:ln>
        </p:spPr>
        <p:txBody>
          <a:bodyPr spcFirstLastPara="1" wrap="square" lIns="456475" tIns="456475" rIns="456475" bIns="456475" anchor="t" anchorCtr="0">
            <a:noAutofit/>
          </a:bodyPr>
          <a:lstStyle>
            <a:lvl1pPr marL="457200" lvl="0" indent="-228600" algn="l">
              <a:spcBef>
                <a:spcPts val="788"/>
              </a:spcBef>
              <a:spcAft>
                <a:spcPts val="0"/>
              </a:spcAft>
              <a:buSzPts val="1400"/>
              <a:buNone/>
              <a:defRPr/>
            </a:lvl1pPr>
            <a:lvl2pPr marL="914400" lvl="1" indent="-228600" algn="l">
              <a:spcBef>
                <a:spcPts val="788"/>
              </a:spcBef>
              <a:spcAft>
                <a:spcPts val="0"/>
              </a:spcAft>
              <a:buSzPts val="1400"/>
              <a:buNone/>
              <a:defRPr/>
            </a:lvl2pPr>
            <a:lvl3pPr marL="1371600" lvl="2" indent="-228600" algn="l">
              <a:spcBef>
                <a:spcPts val="650"/>
              </a:spcBef>
              <a:spcAft>
                <a:spcPts val="0"/>
              </a:spcAft>
              <a:buSzPts val="1400"/>
              <a:buNone/>
              <a:defRPr/>
            </a:lvl3pPr>
            <a:lvl4pPr marL="1828800" lvl="3" indent="-228600" algn="l">
              <a:spcBef>
                <a:spcPts val="525"/>
              </a:spcBef>
              <a:spcAft>
                <a:spcPts val="0"/>
              </a:spcAft>
              <a:buSzPts val="1400"/>
              <a:buNone/>
              <a:defRPr/>
            </a:lvl4pPr>
            <a:lvl5pPr marL="2286000" lvl="4" indent="-228600" algn="l">
              <a:spcBef>
                <a:spcPts val="525"/>
              </a:spcBef>
              <a:spcAft>
                <a:spcPts val="0"/>
              </a:spcAft>
              <a:buSzPts val="1400"/>
              <a:buNone/>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Karşılaştırma" type="twoTxTwoObj">
  <p:cSld name="TWO_OBJECTS_WITH_TEXT">
    <p:spTree>
      <p:nvGrpSpPr>
        <p:cNvPr id="1" name="Shape 155"/>
        <p:cNvGrpSpPr/>
        <p:nvPr/>
      </p:nvGrpSpPr>
      <p:grpSpPr>
        <a:xfrm>
          <a:off x="0" y="0"/>
          <a:ext cx="0" cy="0"/>
          <a:chOff x="0" y="0"/>
          <a:chExt cx="0" cy="0"/>
        </a:xfrm>
      </p:grpSpPr>
      <p:sp>
        <p:nvSpPr>
          <p:cNvPr id="156" name="Google Shape;156;p31"/>
          <p:cNvSpPr txBox="1">
            <a:spLocks noGrp="1"/>
          </p:cNvSpPr>
          <p:nvPr>
            <p:ph type="title"/>
          </p:nvPr>
        </p:nvSpPr>
        <p:spPr>
          <a:xfrm>
            <a:off x="1734869" y="1916653"/>
            <a:ext cx="21728680" cy="6958283"/>
          </a:xfrm>
          <a:prstGeom prst="rect">
            <a:avLst/>
          </a:prstGeom>
          <a:noFill/>
          <a:ln>
            <a:noFill/>
          </a:ln>
        </p:spPr>
        <p:txBody>
          <a:bodyPr spcFirstLastPara="1" wrap="square" lIns="90000" tIns="46800" rIns="90000" bIns="46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7" name="Google Shape;157;p31"/>
          <p:cNvSpPr txBox="1">
            <a:spLocks noGrp="1"/>
          </p:cNvSpPr>
          <p:nvPr>
            <p:ph type="body" idx="1"/>
          </p:nvPr>
        </p:nvSpPr>
        <p:spPr>
          <a:xfrm>
            <a:off x="1734868" y="8824589"/>
            <a:ext cx="10657960" cy="4324621"/>
          </a:xfrm>
          <a:prstGeom prst="rect">
            <a:avLst/>
          </a:prstGeom>
          <a:noFill/>
          <a:ln>
            <a:noFill/>
          </a:ln>
        </p:spPr>
        <p:txBody>
          <a:bodyPr spcFirstLastPara="1" wrap="square" lIns="456475" tIns="456475" rIns="456475" bIns="456475" anchor="b" anchorCtr="0">
            <a:noAutofit/>
          </a:bodyPr>
          <a:lstStyle>
            <a:lvl1pPr marL="457200" lvl="0" indent="-228600" algn="l">
              <a:spcBef>
                <a:spcPts val="788"/>
              </a:spcBef>
              <a:spcAft>
                <a:spcPts val="0"/>
              </a:spcAft>
              <a:buSzPts val="2625"/>
              <a:buNone/>
              <a:defRPr sz="2625" b="1"/>
            </a:lvl1pPr>
            <a:lvl2pPr marL="914400" lvl="1" indent="-228600" algn="l">
              <a:spcBef>
                <a:spcPts val="788"/>
              </a:spcBef>
              <a:spcAft>
                <a:spcPts val="0"/>
              </a:spcAft>
              <a:buSzPts val="2187"/>
              <a:buNone/>
              <a:defRPr sz="2187" b="1"/>
            </a:lvl2pPr>
            <a:lvl3pPr marL="1371600" lvl="2" indent="-228600" algn="l">
              <a:spcBef>
                <a:spcPts val="650"/>
              </a:spcBef>
              <a:spcAft>
                <a:spcPts val="0"/>
              </a:spcAft>
              <a:buSzPts val="1968"/>
              <a:buNone/>
              <a:defRPr sz="1968" b="1"/>
            </a:lvl3pPr>
            <a:lvl4pPr marL="1828800" lvl="3" indent="-228600" algn="l">
              <a:spcBef>
                <a:spcPts val="525"/>
              </a:spcBef>
              <a:spcAft>
                <a:spcPts val="0"/>
              </a:spcAft>
              <a:buSzPts val="1750"/>
              <a:buNone/>
              <a:defRPr sz="1750" b="1"/>
            </a:lvl4pPr>
            <a:lvl5pPr marL="2286000" lvl="4" indent="-228600" algn="l">
              <a:spcBef>
                <a:spcPts val="525"/>
              </a:spcBef>
              <a:spcAft>
                <a:spcPts val="0"/>
              </a:spcAft>
              <a:buSzPts val="1750"/>
              <a:buNone/>
              <a:defRPr sz="1750" b="1"/>
            </a:lvl5pPr>
            <a:lvl6pPr marL="2743200" lvl="5" indent="-228600" algn="l">
              <a:lnSpc>
                <a:spcPct val="90000"/>
              </a:lnSpc>
              <a:spcBef>
                <a:spcPts val="547"/>
              </a:spcBef>
              <a:spcAft>
                <a:spcPts val="0"/>
              </a:spcAft>
              <a:buClr>
                <a:schemeClr val="dk1"/>
              </a:buClr>
              <a:buSzPts val="1750"/>
              <a:buNone/>
              <a:defRPr sz="1750" b="1"/>
            </a:lvl6pPr>
            <a:lvl7pPr marL="3200400" lvl="6" indent="-228600" algn="l">
              <a:lnSpc>
                <a:spcPct val="90000"/>
              </a:lnSpc>
              <a:spcBef>
                <a:spcPts val="547"/>
              </a:spcBef>
              <a:spcAft>
                <a:spcPts val="0"/>
              </a:spcAft>
              <a:buClr>
                <a:schemeClr val="dk1"/>
              </a:buClr>
              <a:buSzPts val="1750"/>
              <a:buNone/>
              <a:defRPr sz="1750" b="1"/>
            </a:lvl7pPr>
            <a:lvl8pPr marL="3657600" lvl="7" indent="-228600" algn="l">
              <a:lnSpc>
                <a:spcPct val="90000"/>
              </a:lnSpc>
              <a:spcBef>
                <a:spcPts val="547"/>
              </a:spcBef>
              <a:spcAft>
                <a:spcPts val="0"/>
              </a:spcAft>
              <a:buClr>
                <a:schemeClr val="dk1"/>
              </a:buClr>
              <a:buSzPts val="1750"/>
              <a:buNone/>
              <a:defRPr sz="1750" b="1"/>
            </a:lvl8pPr>
            <a:lvl9pPr marL="4114800" lvl="8" indent="-228600" algn="l">
              <a:lnSpc>
                <a:spcPct val="90000"/>
              </a:lnSpc>
              <a:spcBef>
                <a:spcPts val="547"/>
              </a:spcBef>
              <a:spcAft>
                <a:spcPts val="0"/>
              </a:spcAft>
              <a:buClr>
                <a:schemeClr val="dk1"/>
              </a:buClr>
              <a:buSzPts val="1750"/>
              <a:buNone/>
              <a:defRPr sz="1750" b="1"/>
            </a:lvl9pPr>
          </a:lstStyle>
          <a:p>
            <a:endParaRPr/>
          </a:p>
        </p:txBody>
      </p:sp>
      <p:sp>
        <p:nvSpPr>
          <p:cNvPr id="158" name="Google Shape;158;p31"/>
          <p:cNvSpPr txBox="1">
            <a:spLocks noGrp="1"/>
          </p:cNvSpPr>
          <p:nvPr>
            <p:ph type="body" idx="2"/>
          </p:nvPr>
        </p:nvSpPr>
        <p:spPr>
          <a:xfrm>
            <a:off x="1734868" y="13149210"/>
            <a:ext cx="10657960" cy="19341874"/>
          </a:xfrm>
          <a:prstGeom prst="rect">
            <a:avLst/>
          </a:prstGeom>
          <a:noFill/>
          <a:ln>
            <a:noFill/>
          </a:ln>
        </p:spPr>
        <p:txBody>
          <a:bodyPr spcFirstLastPara="1" wrap="square" lIns="456475" tIns="456475" rIns="456475" bIns="456475" anchor="t" anchorCtr="0">
            <a:noAutofit/>
          </a:bodyPr>
          <a:lstStyle>
            <a:lvl1pPr marL="457200" lvl="0" indent="-228600" algn="l">
              <a:spcBef>
                <a:spcPts val="788"/>
              </a:spcBef>
              <a:spcAft>
                <a:spcPts val="0"/>
              </a:spcAft>
              <a:buSzPts val="1400"/>
              <a:buNone/>
              <a:defRPr/>
            </a:lvl1pPr>
            <a:lvl2pPr marL="914400" lvl="1" indent="-228600" algn="l">
              <a:spcBef>
                <a:spcPts val="788"/>
              </a:spcBef>
              <a:spcAft>
                <a:spcPts val="0"/>
              </a:spcAft>
              <a:buSzPts val="1400"/>
              <a:buNone/>
              <a:defRPr/>
            </a:lvl2pPr>
            <a:lvl3pPr marL="1371600" lvl="2" indent="-228600" algn="l">
              <a:spcBef>
                <a:spcPts val="650"/>
              </a:spcBef>
              <a:spcAft>
                <a:spcPts val="0"/>
              </a:spcAft>
              <a:buSzPts val="1400"/>
              <a:buNone/>
              <a:defRPr/>
            </a:lvl3pPr>
            <a:lvl4pPr marL="1828800" lvl="3" indent="-228600" algn="l">
              <a:spcBef>
                <a:spcPts val="525"/>
              </a:spcBef>
              <a:spcAft>
                <a:spcPts val="0"/>
              </a:spcAft>
              <a:buSzPts val="1400"/>
              <a:buNone/>
              <a:defRPr/>
            </a:lvl4pPr>
            <a:lvl5pPr marL="2286000" lvl="4" indent="-228600" algn="l">
              <a:spcBef>
                <a:spcPts val="525"/>
              </a:spcBef>
              <a:spcAft>
                <a:spcPts val="0"/>
              </a:spcAft>
              <a:buSzPts val="1400"/>
              <a:buNone/>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
        <p:nvSpPr>
          <p:cNvPr id="159" name="Google Shape;159;p31"/>
          <p:cNvSpPr txBox="1">
            <a:spLocks noGrp="1"/>
          </p:cNvSpPr>
          <p:nvPr>
            <p:ph type="body" idx="3"/>
          </p:nvPr>
        </p:nvSpPr>
        <p:spPr>
          <a:xfrm>
            <a:off x="12753652" y="8824589"/>
            <a:ext cx="10709896" cy="4324621"/>
          </a:xfrm>
          <a:prstGeom prst="rect">
            <a:avLst/>
          </a:prstGeom>
          <a:noFill/>
          <a:ln>
            <a:noFill/>
          </a:ln>
        </p:spPr>
        <p:txBody>
          <a:bodyPr spcFirstLastPara="1" wrap="square" lIns="456475" tIns="456475" rIns="456475" bIns="456475" anchor="b" anchorCtr="0">
            <a:noAutofit/>
          </a:bodyPr>
          <a:lstStyle>
            <a:lvl1pPr marL="457200" lvl="0" indent="-228600" algn="l">
              <a:spcBef>
                <a:spcPts val="788"/>
              </a:spcBef>
              <a:spcAft>
                <a:spcPts val="0"/>
              </a:spcAft>
              <a:buSzPts val="2625"/>
              <a:buNone/>
              <a:defRPr sz="2625" b="1"/>
            </a:lvl1pPr>
            <a:lvl2pPr marL="914400" lvl="1" indent="-228600" algn="l">
              <a:spcBef>
                <a:spcPts val="788"/>
              </a:spcBef>
              <a:spcAft>
                <a:spcPts val="0"/>
              </a:spcAft>
              <a:buSzPts val="2187"/>
              <a:buNone/>
              <a:defRPr sz="2187" b="1"/>
            </a:lvl2pPr>
            <a:lvl3pPr marL="1371600" lvl="2" indent="-228600" algn="l">
              <a:spcBef>
                <a:spcPts val="650"/>
              </a:spcBef>
              <a:spcAft>
                <a:spcPts val="0"/>
              </a:spcAft>
              <a:buSzPts val="1968"/>
              <a:buNone/>
              <a:defRPr sz="1968" b="1"/>
            </a:lvl3pPr>
            <a:lvl4pPr marL="1828800" lvl="3" indent="-228600" algn="l">
              <a:spcBef>
                <a:spcPts val="525"/>
              </a:spcBef>
              <a:spcAft>
                <a:spcPts val="0"/>
              </a:spcAft>
              <a:buSzPts val="1750"/>
              <a:buNone/>
              <a:defRPr sz="1750" b="1"/>
            </a:lvl4pPr>
            <a:lvl5pPr marL="2286000" lvl="4" indent="-228600" algn="l">
              <a:spcBef>
                <a:spcPts val="525"/>
              </a:spcBef>
              <a:spcAft>
                <a:spcPts val="0"/>
              </a:spcAft>
              <a:buSzPts val="1750"/>
              <a:buNone/>
              <a:defRPr sz="1750" b="1"/>
            </a:lvl5pPr>
            <a:lvl6pPr marL="2743200" lvl="5" indent="-228600" algn="l">
              <a:lnSpc>
                <a:spcPct val="90000"/>
              </a:lnSpc>
              <a:spcBef>
                <a:spcPts val="547"/>
              </a:spcBef>
              <a:spcAft>
                <a:spcPts val="0"/>
              </a:spcAft>
              <a:buClr>
                <a:schemeClr val="dk1"/>
              </a:buClr>
              <a:buSzPts val="1750"/>
              <a:buNone/>
              <a:defRPr sz="1750" b="1"/>
            </a:lvl6pPr>
            <a:lvl7pPr marL="3200400" lvl="6" indent="-228600" algn="l">
              <a:lnSpc>
                <a:spcPct val="90000"/>
              </a:lnSpc>
              <a:spcBef>
                <a:spcPts val="547"/>
              </a:spcBef>
              <a:spcAft>
                <a:spcPts val="0"/>
              </a:spcAft>
              <a:buClr>
                <a:schemeClr val="dk1"/>
              </a:buClr>
              <a:buSzPts val="1750"/>
              <a:buNone/>
              <a:defRPr sz="1750" b="1"/>
            </a:lvl7pPr>
            <a:lvl8pPr marL="3657600" lvl="7" indent="-228600" algn="l">
              <a:lnSpc>
                <a:spcPct val="90000"/>
              </a:lnSpc>
              <a:spcBef>
                <a:spcPts val="547"/>
              </a:spcBef>
              <a:spcAft>
                <a:spcPts val="0"/>
              </a:spcAft>
              <a:buClr>
                <a:schemeClr val="dk1"/>
              </a:buClr>
              <a:buSzPts val="1750"/>
              <a:buNone/>
              <a:defRPr sz="1750" b="1"/>
            </a:lvl8pPr>
            <a:lvl9pPr marL="4114800" lvl="8" indent="-228600" algn="l">
              <a:lnSpc>
                <a:spcPct val="90000"/>
              </a:lnSpc>
              <a:spcBef>
                <a:spcPts val="547"/>
              </a:spcBef>
              <a:spcAft>
                <a:spcPts val="0"/>
              </a:spcAft>
              <a:buClr>
                <a:schemeClr val="dk1"/>
              </a:buClr>
              <a:buSzPts val="1750"/>
              <a:buNone/>
              <a:defRPr sz="1750" b="1"/>
            </a:lvl9pPr>
          </a:lstStyle>
          <a:p>
            <a:endParaRPr/>
          </a:p>
        </p:txBody>
      </p:sp>
      <p:sp>
        <p:nvSpPr>
          <p:cNvPr id="160" name="Google Shape;160;p31"/>
          <p:cNvSpPr txBox="1">
            <a:spLocks noGrp="1"/>
          </p:cNvSpPr>
          <p:nvPr>
            <p:ph type="body" idx="4"/>
          </p:nvPr>
        </p:nvSpPr>
        <p:spPr>
          <a:xfrm>
            <a:off x="12753652" y="13149210"/>
            <a:ext cx="10709896" cy="19341874"/>
          </a:xfrm>
          <a:prstGeom prst="rect">
            <a:avLst/>
          </a:prstGeom>
          <a:noFill/>
          <a:ln>
            <a:noFill/>
          </a:ln>
        </p:spPr>
        <p:txBody>
          <a:bodyPr spcFirstLastPara="1" wrap="square" lIns="456475" tIns="456475" rIns="456475" bIns="456475" anchor="t" anchorCtr="0">
            <a:noAutofit/>
          </a:bodyPr>
          <a:lstStyle>
            <a:lvl1pPr marL="457200" lvl="0" indent="-228600" algn="l">
              <a:spcBef>
                <a:spcPts val="788"/>
              </a:spcBef>
              <a:spcAft>
                <a:spcPts val="0"/>
              </a:spcAft>
              <a:buSzPts val="1400"/>
              <a:buNone/>
              <a:defRPr/>
            </a:lvl1pPr>
            <a:lvl2pPr marL="914400" lvl="1" indent="-228600" algn="l">
              <a:spcBef>
                <a:spcPts val="788"/>
              </a:spcBef>
              <a:spcAft>
                <a:spcPts val="0"/>
              </a:spcAft>
              <a:buSzPts val="1400"/>
              <a:buNone/>
              <a:defRPr/>
            </a:lvl2pPr>
            <a:lvl3pPr marL="1371600" lvl="2" indent="-228600" algn="l">
              <a:spcBef>
                <a:spcPts val="650"/>
              </a:spcBef>
              <a:spcAft>
                <a:spcPts val="0"/>
              </a:spcAft>
              <a:buSzPts val="1400"/>
              <a:buNone/>
              <a:defRPr/>
            </a:lvl3pPr>
            <a:lvl4pPr marL="1828800" lvl="3" indent="-228600" algn="l">
              <a:spcBef>
                <a:spcPts val="525"/>
              </a:spcBef>
              <a:spcAft>
                <a:spcPts val="0"/>
              </a:spcAft>
              <a:buSzPts val="1400"/>
              <a:buNone/>
              <a:defRPr/>
            </a:lvl4pPr>
            <a:lvl5pPr marL="2286000" lvl="4" indent="-228600" algn="l">
              <a:spcBef>
                <a:spcPts val="525"/>
              </a:spcBef>
              <a:spcAft>
                <a:spcPts val="0"/>
              </a:spcAft>
              <a:buSzPts val="1400"/>
              <a:buNone/>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Yalnızca Başlık" type="titleOnly">
  <p:cSld name="TITLE_ONLY">
    <p:spTree>
      <p:nvGrpSpPr>
        <p:cNvPr id="1" name="Shape 161"/>
        <p:cNvGrpSpPr/>
        <p:nvPr/>
      </p:nvGrpSpPr>
      <p:grpSpPr>
        <a:xfrm>
          <a:off x="0" y="0"/>
          <a:ext cx="0" cy="0"/>
          <a:chOff x="0" y="0"/>
          <a:chExt cx="0" cy="0"/>
        </a:xfrm>
      </p:grpSpPr>
      <p:sp>
        <p:nvSpPr>
          <p:cNvPr id="162" name="Google Shape;162;p32"/>
          <p:cNvSpPr txBox="1">
            <a:spLocks noGrp="1"/>
          </p:cNvSpPr>
          <p:nvPr>
            <p:ph type="title"/>
          </p:nvPr>
        </p:nvSpPr>
        <p:spPr>
          <a:xfrm>
            <a:off x="550863" y="1392238"/>
            <a:ext cx="24060150" cy="2401887"/>
          </a:xfrm>
          <a:prstGeom prst="rect">
            <a:avLst/>
          </a:prstGeom>
          <a:noFill/>
          <a:ln>
            <a:noFill/>
          </a:ln>
        </p:spPr>
        <p:txBody>
          <a:bodyPr spcFirstLastPara="1" wrap="square" lIns="90000" tIns="46800" rIns="90000" bIns="46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oş" type="blank">
  <p:cSld name="BLANK">
    <p:spTree>
      <p:nvGrpSpPr>
        <p:cNvPr id="1" name="Shape 163"/>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şlıklı İçerik" type="objTx">
  <p:cSld name="OBJECT_WITH_CAPTION_TEXT">
    <p:spTree>
      <p:nvGrpSpPr>
        <p:cNvPr id="1" name="Shape 164"/>
        <p:cNvGrpSpPr/>
        <p:nvPr/>
      </p:nvGrpSpPr>
      <p:grpSpPr>
        <a:xfrm>
          <a:off x="0" y="0"/>
          <a:ext cx="0" cy="0"/>
          <a:chOff x="0" y="0"/>
          <a:chExt cx="0" cy="0"/>
        </a:xfrm>
      </p:grpSpPr>
      <p:sp>
        <p:nvSpPr>
          <p:cNvPr id="165" name="Google Shape;165;p34"/>
          <p:cNvSpPr txBox="1">
            <a:spLocks noGrp="1"/>
          </p:cNvSpPr>
          <p:nvPr>
            <p:ph type="title"/>
          </p:nvPr>
        </p:nvSpPr>
        <p:spPr>
          <a:xfrm>
            <a:off x="1734869" y="2399289"/>
            <a:ext cx="8125817" cy="8400981"/>
          </a:xfrm>
          <a:prstGeom prst="rect">
            <a:avLst/>
          </a:prstGeom>
          <a:noFill/>
          <a:ln>
            <a:noFill/>
          </a:ln>
        </p:spPr>
        <p:txBody>
          <a:bodyPr spcFirstLastPara="1" wrap="square" lIns="90000" tIns="46800" rIns="90000" bIns="46800" anchor="b" anchorCtr="0">
            <a:noAutofit/>
          </a:bodyPr>
          <a:lstStyle>
            <a:lvl1pPr lvl="0" algn="ctr">
              <a:spcBef>
                <a:spcPts val="0"/>
              </a:spcBef>
              <a:spcAft>
                <a:spcPts val="0"/>
              </a:spcAft>
              <a:buSzPts val="1400"/>
              <a:buNone/>
              <a:defRPr sz="35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6" name="Google Shape;166;p34"/>
          <p:cNvSpPr txBox="1">
            <a:spLocks noGrp="1"/>
          </p:cNvSpPr>
          <p:nvPr>
            <p:ph type="body" idx="1"/>
          </p:nvPr>
        </p:nvSpPr>
        <p:spPr>
          <a:xfrm>
            <a:off x="10709896" y="5183990"/>
            <a:ext cx="12753652" cy="25583147"/>
          </a:xfrm>
          <a:prstGeom prst="rect">
            <a:avLst/>
          </a:prstGeom>
          <a:noFill/>
          <a:ln>
            <a:noFill/>
          </a:ln>
        </p:spPr>
        <p:txBody>
          <a:bodyPr spcFirstLastPara="1" wrap="square" lIns="456475" tIns="456475" rIns="456475" bIns="456475" anchor="t" anchorCtr="0">
            <a:noAutofit/>
          </a:bodyPr>
          <a:lstStyle>
            <a:lvl1pPr marL="457200" lvl="0" indent="-228600" algn="l">
              <a:spcBef>
                <a:spcPts val="788"/>
              </a:spcBef>
              <a:spcAft>
                <a:spcPts val="0"/>
              </a:spcAft>
              <a:buSzPts val="1400"/>
              <a:buNone/>
              <a:defRPr sz="3500"/>
            </a:lvl1pPr>
            <a:lvl2pPr marL="914400" lvl="1" indent="-228600" algn="l">
              <a:spcBef>
                <a:spcPts val="788"/>
              </a:spcBef>
              <a:spcAft>
                <a:spcPts val="0"/>
              </a:spcAft>
              <a:buSzPts val="1400"/>
              <a:buNone/>
              <a:defRPr sz="3062"/>
            </a:lvl2pPr>
            <a:lvl3pPr marL="1371600" lvl="2" indent="-228600" algn="l">
              <a:spcBef>
                <a:spcPts val="650"/>
              </a:spcBef>
              <a:spcAft>
                <a:spcPts val="0"/>
              </a:spcAft>
              <a:buSzPts val="1400"/>
              <a:buNone/>
              <a:defRPr sz="2625"/>
            </a:lvl3pPr>
            <a:lvl4pPr marL="1828800" lvl="3" indent="-228600" algn="l">
              <a:spcBef>
                <a:spcPts val="525"/>
              </a:spcBef>
              <a:spcAft>
                <a:spcPts val="0"/>
              </a:spcAft>
              <a:buSzPts val="1400"/>
              <a:buNone/>
              <a:defRPr sz="2187"/>
            </a:lvl4pPr>
            <a:lvl5pPr marL="2286000" lvl="4" indent="-228600" algn="l">
              <a:spcBef>
                <a:spcPts val="525"/>
              </a:spcBef>
              <a:spcAft>
                <a:spcPts val="0"/>
              </a:spcAft>
              <a:buSzPts val="1400"/>
              <a:buNone/>
              <a:defRPr sz="2187"/>
            </a:lvl5pPr>
            <a:lvl6pPr marL="2743200" lvl="5" indent="-367474" algn="l">
              <a:lnSpc>
                <a:spcPct val="90000"/>
              </a:lnSpc>
              <a:spcBef>
                <a:spcPts val="547"/>
              </a:spcBef>
              <a:spcAft>
                <a:spcPts val="0"/>
              </a:spcAft>
              <a:buClr>
                <a:schemeClr val="dk1"/>
              </a:buClr>
              <a:buSzPts val="2187"/>
              <a:buChar char="•"/>
              <a:defRPr sz="2187"/>
            </a:lvl6pPr>
            <a:lvl7pPr marL="3200400" lvl="6" indent="-367474" algn="l">
              <a:lnSpc>
                <a:spcPct val="90000"/>
              </a:lnSpc>
              <a:spcBef>
                <a:spcPts val="547"/>
              </a:spcBef>
              <a:spcAft>
                <a:spcPts val="0"/>
              </a:spcAft>
              <a:buClr>
                <a:schemeClr val="dk1"/>
              </a:buClr>
              <a:buSzPts val="2187"/>
              <a:buChar char="•"/>
              <a:defRPr sz="2187"/>
            </a:lvl7pPr>
            <a:lvl8pPr marL="3657600" lvl="7" indent="-367474" algn="l">
              <a:lnSpc>
                <a:spcPct val="90000"/>
              </a:lnSpc>
              <a:spcBef>
                <a:spcPts val="547"/>
              </a:spcBef>
              <a:spcAft>
                <a:spcPts val="0"/>
              </a:spcAft>
              <a:buClr>
                <a:schemeClr val="dk1"/>
              </a:buClr>
              <a:buSzPts val="2187"/>
              <a:buChar char="•"/>
              <a:defRPr sz="2187"/>
            </a:lvl8pPr>
            <a:lvl9pPr marL="4114800" lvl="8" indent="-367474" algn="l">
              <a:lnSpc>
                <a:spcPct val="90000"/>
              </a:lnSpc>
              <a:spcBef>
                <a:spcPts val="547"/>
              </a:spcBef>
              <a:spcAft>
                <a:spcPts val="0"/>
              </a:spcAft>
              <a:buClr>
                <a:schemeClr val="dk1"/>
              </a:buClr>
              <a:buSzPts val="2187"/>
              <a:buChar char="•"/>
              <a:defRPr sz="2187"/>
            </a:lvl9pPr>
          </a:lstStyle>
          <a:p>
            <a:endParaRPr/>
          </a:p>
        </p:txBody>
      </p:sp>
      <p:sp>
        <p:nvSpPr>
          <p:cNvPr id="167" name="Google Shape;167;p34"/>
          <p:cNvSpPr txBox="1">
            <a:spLocks noGrp="1"/>
          </p:cNvSpPr>
          <p:nvPr>
            <p:ph type="body" idx="2"/>
          </p:nvPr>
        </p:nvSpPr>
        <p:spPr>
          <a:xfrm>
            <a:off x="1734869" y="10800270"/>
            <a:ext cx="8125817" cy="20008534"/>
          </a:xfrm>
          <a:prstGeom prst="rect">
            <a:avLst/>
          </a:prstGeom>
          <a:noFill/>
          <a:ln>
            <a:noFill/>
          </a:ln>
        </p:spPr>
        <p:txBody>
          <a:bodyPr spcFirstLastPara="1" wrap="square" lIns="456475" tIns="456475" rIns="456475" bIns="456475" anchor="t" anchorCtr="0">
            <a:noAutofit/>
          </a:bodyPr>
          <a:lstStyle>
            <a:lvl1pPr marL="457200" lvl="0" indent="-228600" algn="l">
              <a:spcBef>
                <a:spcPts val="788"/>
              </a:spcBef>
              <a:spcAft>
                <a:spcPts val="0"/>
              </a:spcAft>
              <a:buSzPts val="1750"/>
              <a:buNone/>
              <a:defRPr sz="1750"/>
            </a:lvl1pPr>
            <a:lvl2pPr marL="914400" lvl="1" indent="-228600" algn="l">
              <a:spcBef>
                <a:spcPts val="788"/>
              </a:spcBef>
              <a:spcAft>
                <a:spcPts val="0"/>
              </a:spcAft>
              <a:buSzPts val="1531"/>
              <a:buNone/>
              <a:defRPr sz="1531"/>
            </a:lvl2pPr>
            <a:lvl3pPr marL="1371600" lvl="2" indent="-228600" algn="l">
              <a:spcBef>
                <a:spcPts val="650"/>
              </a:spcBef>
              <a:spcAft>
                <a:spcPts val="0"/>
              </a:spcAft>
              <a:buSzPts val="1312"/>
              <a:buNone/>
              <a:defRPr sz="1312"/>
            </a:lvl3pPr>
            <a:lvl4pPr marL="1828800" lvl="3" indent="-228600" algn="l">
              <a:spcBef>
                <a:spcPts val="525"/>
              </a:spcBef>
              <a:spcAft>
                <a:spcPts val="0"/>
              </a:spcAft>
              <a:buSzPts val="1094"/>
              <a:buNone/>
              <a:defRPr sz="1094"/>
            </a:lvl4pPr>
            <a:lvl5pPr marL="2286000" lvl="4" indent="-228600" algn="l">
              <a:spcBef>
                <a:spcPts val="525"/>
              </a:spcBef>
              <a:spcAft>
                <a:spcPts val="0"/>
              </a:spcAft>
              <a:buSzPts val="1094"/>
              <a:buNone/>
              <a:defRPr sz="1094"/>
            </a:lvl5pPr>
            <a:lvl6pPr marL="2743200" lvl="5" indent="-228600" algn="l">
              <a:lnSpc>
                <a:spcPct val="90000"/>
              </a:lnSpc>
              <a:spcBef>
                <a:spcPts val="547"/>
              </a:spcBef>
              <a:spcAft>
                <a:spcPts val="0"/>
              </a:spcAft>
              <a:buClr>
                <a:schemeClr val="dk1"/>
              </a:buClr>
              <a:buSzPts val="1094"/>
              <a:buNone/>
              <a:defRPr sz="1094"/>
            </a:lvl6pPr>
            <a:lvl7pPr marL="3200400" lvl="6" indent="-228600" algn="l">
              <a:lnSpc>
                <a:spcPct val="90000"/>
              </a:lnSpc>
              <a:spcBef>
                <a:spcPts val="547"/>
              </a:spcBef>
              <a:spcAft>
                <a:spcPts val="0"/>
              </a:spcAft>
              <a:buClr>
                <a:schemeClr val="dk1"/>
              </a:buClr>
              <a:buSzPts val="1094"/>
              <a:buNone/>
              <a:defRPr sz="1094"/>
            </a:lvl7pPr>
            <a:lvl8pPr marL="3657600" lvl="7" indent="-228600" algn="l">
              <a:lnSpc>
                <a:spcPct val="90000"/>
              </a:lnSpc>
              <a:spcBef>
                <a:spcPts val="547"/>
              </a:spcBef>
              <a:spcAft>
                <a:spcPts val="0"/>
              </a:spcAft>
              <a:buClr>
                <a:schemeClr val="dk1"/>
              </a:buClr>
              <a:buSzPts val="1094"/>
              <a:buNone/>
              <a:defRPr sz="1094"/>
            </a:lvl8pPr>
            <a:lvl9pPr marL="4114800" lvl="8" indent="-228600" algn="l">
              <a:lnSpc>
                <a:spcPct val="90000"/>
              </a:lnSpc>
              <a:spcBef>
                <a:spcPts val="547"/>
              </a:spcBef>
              <a:spcAft>
                <a:spcPts val="0"/>
              </a:spcAft>
              <a:buClr>
                <a:schemeClr val="dk1"/>
              </a:buClr>
              <a:buSzPts val="1094"/>
              <a:buNone/>
              <a:defRPr sz="1094"/>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aşlıklı Resim" type="picTx">
  <p:cSld name="PICTURE_WITH_CAPTION_TEXT">
    <p:spTree>
      <p:nvGrpSpPr>
        <p:cNvPr id="1" name="Shape 168"/>
        <p:cNvGrpSpPr/>
        <p:nvPr/>
      </p:nvGrpSpPr>
      <p:grpSpPr>
        <a:xfrm>
          <a:off x="0" y="0"/>
          <a:ext cx="0" cy="0"/>
          <a:chOff x="0" y="0"/>
          <a:chExt cx="0" cy="0"/>
        </a:xfrm>
      </p:grpSpPr>
      <p:sp>
        <p:nvSpPr>
          <p:cNvPr id="169" name="Google Shape;169;p35"/>
          <p:cNvSpPr txBox="1">
            <a:spLocks noGrp="1"/>
          </p:cNvSpPr>
          <p:nvPr>
            <p:ph type="title"/>
          </p:nvPr>
        </p:nvSpPr>
        <p:spPr>
          <a:xfrm>
            <a:off x="1734869" y="2399289"/>
            <a:ext cx="8125817" cy="8400981"/>
          </a:xfrm>
          <a:prstGeom prst="rect">
            <a:avLst/>
          </a:prstGeom>
          <a:noFill/>
          <a:ln>
            <a:noFill/>
          </a:ln>
        </p:spPr>
        <p:txBody>
          <a:bodyPr spcFirstLastPara="1" wrap="square" lIns="90000" tIns="46800" rIns="90000" bIns="46800" anchor="b" anchorCtr="0">
            <a:noAutofit/>
          </a:bodyPr>
          <a:lstStyle>
            <a:lvl1pPr lvl="0" algn="ctr">
              <a:spcBef>
                <a:spcPts val="0"/>
              </a:spcBef>
              <a:spcAft>
                <a:spcPts val="0"/>
              </a:spcAft>
              <a:buSzPts val="1400"/>
              <a:buNone/>
              <a:defRPr sz="35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0" name="Google Shape;170;p35"/>
          <p:cNvSpPr>
            <a:spLocks noGrp="1"/>
          </p:cNvSpPr>
          <p:nvPr>
            <p:ph type="pic" idx="2"/>
          </p:nvPr>
        </p:nvSpPr>
        <p:spPr>
          <a:xfrm>
            <a:off x="10709896" y="5183990"/>
            <a:ext cx="12753652" cy="25583147"/>
          </a:xfrm>
          <a:prstGeom prst="rect">
            <a:avLst/>
          </a:prstGeom>
          <a:noFill/>
          <a:ln>
            <a:noFill/>
          </a:ln>
        </p:spPr>
      </p:sp>
      <p:sp>
        <p:nvSpPr>
          <p:cNvPr id="171" name="Google Shape;171;p35"/>
          <p:cNvSpPr txBox="1">
            <a:spLocks noGrp="1"/>
          </p:cNvSpPr>
          <p:nvPr>
            <p:ph type="body" idx="1"/>
          </p:nvPr>
        </p:nvSpPr>
        <p:spPr>
          <a:xfrm>
            <a:off x="1734869" y="10800270"/>
            <a:ext cx="8125817" cy="20008534"/>
          </a:xfrm>
          <a:prstGeom prst="rect">
            <a:avLst/>
          </a:prstGeom>
          <a:noFill/>
          <a:ln>
            <a:noFill/>
          </a:ln>
        </p:spPr>
        <p:txBody>
          <a:bodyPr spcFirstLastPara="1" wrap="square" lIns="456475" tIns="456475" rIns="456475" bIns="456475" anchor="t" anchorCtr="0">
            <a:noAutofit/>
          </a:bodyPr>
          <a:lstStyle>
            <a:lvl1pPr marL="457200" lvl="0" indent="-228600" algn="l">
              <a:spcBef>
                <a:spcPts val="788"/>
              </a:spcBef>
              <a:spcAft>
                <a:spcPts val="0"/>
              </a:spcAft>
              <a:buSzPts val="1750"/>
              <a:buNone/>
              <a:defRPr sz="1750"/>
            </a:lvl1pPr>
            <a:lvl2pPr marL="914400" lvl="1" indent="-228600" algn="l">
              <a:spcBef>
                <a:spcPts val="788"/>
              </a:spcBef>
              <a:spcAft>
                <a:spcPts val="0"/>
              </a:spcAft>
              <a:buSzPts val="1531"/>
              <a:buNone/>
              <a:defRPr sz="1531"/>
            </a:lvl2pPr>
            <a:lvl3pPr marL="1371600" lvl="2" indent="-228600" algn="l">
              <a:spcBef>
                <a:spcPts val="650"/>
              </a:spcBef>
              <a:spcAft>
                <a:spcPts val="0"/>
              </a:spcAft>
              <a:buSzPts val="1312"/>
              <a:buNone/>
              <a:defRPr sz="1312"/>
            </a:lvl3pPr>
            <a:lvl4pPr marL="1828800" lvl="3" indent="-228600" algn="l">
              <a:spcBef>
                <a:spcPts val="525"/>
              </a:spcBef>
              <a:spcAft>
                <a:spcPts val="0"/>
              </a:spcAft>
              <a:buSzPts val="1094"/>
              <a:buNone/>
              <a:defRPr sz="1094"/>
            </a:lvl4pPr>
            <a:lvl5pPr marL="2286000" lvl="4" indent="-228600" algn="l">
              <a:spcBef>
                <a:spcPts val="525"/>
              </a:spcBef>
              <a:spcAft>
                <a:spcPts val="0"/>
              </a:spcAft>
              <a:buSzPts val="1094"/>
              <a:buNone/>
              <a:defRPr sz="1094"/>
            </a:lvl5pPr>
            <a:lvl6pPr marL="2743200" lvl="5" indent="-228600" algn="l">
              <a:lnSpc>
                <a:spcPct val="90000"/>
              </a:lnSpc>
              <a:spcBef>
                <a:spcPts val="547"/>
              </a:spcBef>
              <a:spcAft>
                <a:spcPts val="0"/>
              </a:spcAft>
              <a:buClr>
                <a:schemeClr val="dk1"/>
              </a:buClr>
              <a:buSzPts val="1094"/>
              <a:buNone/>
              <a:defRPr sz="1094"/>
            </a:lvl6pPr>
            <a:lvl7pPr marL="3200400" lvl="6" indent="-228600" algn="l">
              <a:lnSpc>
                <a:spcPct val="90000"/>
              </a:lnSpc>
              <a:spcBef>
                <a:spcPts val="547"/>
              </a:spcBef>
              <a:spcAft>
                <a:spcPts val="0"/>
              </a:spcAft>
              <a:buClr>
                <a:schemeClr val="dk1"/>
              </a:buClr>
              <a:buSzPts val="1094"/>
              <a:buNone/>
              <a:defRPr sz="1094"/>
            </a:lvl7pPr>
            <a:lvl8pPr marL="3657600" lvl="7" indent="-228600" algn="l">
              <a:lnSpc>
                <a:spcPct val="90000"/>
              </a:lnSpc>
              <a:spcBef>
                <a:spcPts val="547"/>
              </a:spcBef>
              <a:spcAft>
                <a:spcPts val="0"/>
              </a:spcAft>
              <a:buClr>
                <a:schemeClr val="dk1"/>
              </a:buClr>
              <a:buSzPts val="1094"/>
              <a:buNone/>
              <a:defRPr sz="1094"/>
            </a:lvl8pPr>
            <a:lvl9pPr marL="4114800" lvl="8" indent="-228600" algn="l">
              <a:lnSpc>
                <a:spcPct val="90000"/>
              </a:lnSpc>
              <a:spcBef>
                <a:spcPts val="547"/>
              </a:spcBef>
              <a:spcAft>
                <a:spcPts val="0"/>
              </a:spcAft>
              <a:buClr>
                <a:schemeClr val="dk1"/>
              </a:buClr>
              <a:buSzPts val="1094"/>
              <a:buNone/>
              <a:defRPr sz="1094"/>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aşlık, Dikey Metin" type="vertTx">
  <p:cSld name="VERTICAL_TEXT">
    <p:spTree>
      <p:nvGrpSpPr>
        <p:cNvPr id="1" name="Shape 172"/>
        <p:cNvGrpSpPr/>
        <p:nvPr/>
      </p:nvGrpSpPr>
      <p:grpSpPr>
        <a:xfrm>
          <a:off x="0" y="0"/>
          <a:ext cx="0" cy="0"/>
          <a:chOff x="0" y="0"/>
          <a:chExt cx="0" cy="0"/>
        </a:xfrm>
      </p:grpSpPr>
      <p:sp>
        <p:nvSpPr>
          <p:cNvPr id="173" name="Google Shape;173;p36"/>
          <p:cNvSpPr txBox="1">
            <a:spLocks noGrp="1"/>
          </p:cNvSpPr>
          <p:nvPr>
            <p:ph type="title"/>
          </p:nvPr>
        </p:nvSpPr>
        <p:spPr>
          <a:xfrm>
            <a:off x="550863" y="1392238"/>
            <a:ext cx="24060150" cy="2401887"/>
          </a:xfrm>
          <a:prstGeom prst="rect">
            <a:avLst/>
          </a:prstGeom>
          <a:noFill/>
          <a:ln>
            <a:noFill/>
          </a:ln>
        </p:spPr>
        <p:txBody>
          <a:bodyPr spcFirstLastPara="1" wrap="square" lIns="90000" tIns="46800" rIns="90000" bIns="46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4" name="Google Shape;174;p36"/>
          <p:cNvSpPr txBox="1">
            <a:spLocks noGrp="1"/>
          </p:cNvSpPr>
          <p:nvPr>
            <p:ph type="body" idx="1"/>
          </p:nvPr>
        </p:nvSpPr>
        <p:spPr>
          <a:xfrm rot="5400000">
            <a:off x="-2016918" y="8581232"/>
            <a:ext cx="29043313" cy="24212550"/>
          </a:xfrm>
          <a:prstGeom prst="rect">
            <a:avLst/>
          </a:prstGeom>
          <a:noFill/>
          <a:ln>
            <a:noFill/>
          </a:ln>
        </p:spPr>
        <p:txBody>
          <a:bodyPr spcFirstLastPara="1" wrap="square" lIns="456475" tIns="456475" rIns="456475" bIns="456475" anchor="t" anchorCtr="0">
            <a:noAutofit/>
          </a:bodyPr>
          <a:lstStyle>
            <a:lvl1pPr marL="457200" lvl="0" indent="-228600" algn="l">
              <a:spcBef>
                <a:spcPts val="788"/>
              </a:spcBef>
              <a:spcAft>
                <a:spcPts val="0"/>
              </a:spcAft>
              <a:buSzPts val="1400"/>
              <a:buNone/>
              <a:defRPr/>
            </a:lvl1pPr>
            <a:lvl2pPr marL="914400" lvl="1" indent="-228600" algn="l">
              <a:spcBef>
                <a:spcPts val="788"/>
              </a:spcBef>
              <a:spcAft>
                <a:spcPts val="0"/>
              </a:spcAft>
              <a:buSzPts val="1400"/>
              <a:buNone/>
              <a:defRPr/>
            </a:lvl2pPr>
            <a:lvl3pPr marL="1371600" lvl="2" indent="-228600" algn="l">
              <a:spcBef>
                <a:spcPts val="650"/>
              </a:spcBef>
              <a:spcAft>
                <a:spcPts val="0"/>
              </a:spcAft>
              <a:buSzPts val="1400"/>
              <a:buNone/>
              <a:defRPr/>
            </a:lvl3pPr>
            <a:lvl4pPr marL="1828800" lvl="3" indent="-228600" algn="l">
              <a:spcBef>
                <a:spcPts val="525"/>
              </a:spcBef>
              <a:spcAft>
                <a:spcPts val="0"/>
              </a:spcAft>
              <a:buSzPts val="1400"/>
              <a:buNone/>
              <a:defRPr/>
            </a:lvl4pPr>
            <a:lvl5pPr marL="2286000" lvl="4" indent="-228600" algn="l">
              <a:spcBef>
                <a:spcPts val="525"/>
              </a:spcBef>
              <a:spcAft>
                <a:spcPts val="0"/>
              </a:spcAft>
              <a:buSzPts val="1400"/>
              <a:buNone/>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Dikey Başlık ve Metin" type="vertTitleAndTx">
  <p:cSld name="VERTICAL_TITLE_AND_VERTICAL_TEXT">
    <p:spTree>
      <p:nvGrpSpPr>
        <p:cNvPr id="1" name="Shape 175"/>
        <p:cNvGrpSpPr/>
        <p:nvPr/>
      </p:nvGrpSpPr>
      <p:grpSpPr>
        <a:xfrm>
          <a:off x="0" y="0"/>
          <a:ext cx="0" cy="0"/>
          <a:chOff x="0" y="0"/>
          <a:chExt cx="0" cy="0"/>
        </a:xfrm>
      </p:grpSpPr>
      <p:sp>
        <p:nvSpPr>
          <p:cNvPr id="176" name="Google Shape;176;p37"/>
          <p:cNvSpPr txBox="1">
            <a:spLocks noGrp="1"/>
          </p:cNvSpPr>
          <p:nvPr>
            <p:ph type="title"/>
          </p:nvPr>
        </p:nvSpPr>
        <p:spPr>
          <a:xfrm rot="5400000">
            <a:off x="4675528" y="15274631"/>
            <a:ext cx="33817463" cy="6052904"/>
          </a:xfrm>
          <a:prstGeom prst="rect">
            <a:avLst/>
          </a:prstGeom>
          <a:noFill/>
          <a:ln>
            <a:noFill/>
          </a:ln>
        </p:spPr>
        <p:txBody>
          <a:bodyPr spcFirstLastPara="1" wrap="square" lIns="90000" tIns="46800" rIns="90000" bIns="46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7" name="Google Shape;177;p37"/>
          <p:cNvSpPr txBox="1">
            <a:spLocks noGrp="1"/>
          </p:cNvSpPr>
          <p:nvPr>
            <p:ph type="body" idx="1"/>
          </p:nvPr>
        </p:nvSpPr>
        <p:spPr>
          <a:xfrm rot="5400000">
            <a:off x="-7474473" y="9265006"/>
            <a:ext cx="33817463" cy="18072153"/>
          </a:xfrm>
          <a:prstGeom prst="rect">
            <a:avLst/>
          </a:prstGeom>
          <a:noFill/>
          <a:ln>
            <a:noFill/>
          </a:ln>
        </p:spPr>
        <p:txBody>
          <a:bodyPr spcFirstLastPara="1" wrap="square" lIns="456475" tIns="456475" rIns="456475" bIns="456475" anchor="t" anchorCtr="0">
            <a:noAutofit/>
          </a:bodyPr>
          <a:lstStyle>
            <a:lvl1pPr marL="457200" lvl="0" indent="-228600" algn="l">
              <a:spcBef>
                <a:spcPts val="788"/>
              </a:spcBef>
              <a:spcAft>
                <a:spcPts val="0"/>
              </a:spcAft>
              <a:buSzPts val="1400"/>
              <a:buNone/>
              <a:defRPr/>
            </a:lvl1pPr>
            <a:lvl2pPr marL="914400" lvl="1" indent="-228600" algn="l">
              <a:spcBef>
                <a:spcPts val="788"/>
              </a:spcBef>
              <a:spcAft>
                <a:spcPts val="0"/>
              </a:spcAft>
              <a:buSzPts val="1400"/>
              <a:buNone/>
              <a:defRPr/>
            </a:lvl2pPr>
            <a:lvl3pPr marL="1371600" lvl="2" indent="-228600" algn="l">
              <a:spcBef>
                <a:spcPts val="650"/>
              </a:spcBef>
              <a:spcAft>
                <a:spcPts val="0"/>
              </a:spcAft>
              <a:buSzPts val="1400"/>
              <a:buNone/>
              <a:defRPr/>
            </a:lvl3pPr>
            <a:lvl4pPr marL="1828800" lvl="3" indent="-228600" algn="l">
              <a:spcBef>
                <a:spcPts val="525"/>
              </a:spcBef>
              <a:spcAft>
                <a:spcPts val="0"/>
              </a:spcAft>
              <a:buSzPts val="1400"/>
              <a:buNone/>
              <a:defRPr/>
            </a:lvl4pPr>
            <a:lvl5pPr marL="2286000" lvl="4" indent="-228600" algn="l">
              <a:spcBef>
                <a:spcPts val="525"/>
              </a:spcBef>
              <a:spcAft>
                <a:spcPts val="0"/>
              </a:spcAft>
              <a:buSzPts val="1400"/>
              <a:buNone/>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
        <p:cNvGrpSpPr/>
        <p:nvPr/>
      </p:nvGrpSpPr>
      <p:grpSpPr>
        <a:xfrm>
          <a:off x="0" y="0"/>
          <a:ext cx="0" cy="0"/>
          <a:chOff x="0" y="0"/>
          <a:chExt cx="0" cy="0"/>
        </a:xfrm>
      </p:grpSpPr>
      <p:sp>
        <p:nvSpPr>
          <p:cNvPr id="14" name="Google Shape;14;p2"/>
          <p:cNvSpPr txBox="1">
            <a:spLocks noGrp="1"/>
          </p:cNvSpPr>
          <p:nvPr>
            <p:ph type="title"/>
          </p:nvPr>
        </p:nvSpPr>
        <p:spPr>
          <a:xfrm>
            <a:off x="1731963" y="1916113"/>
            <a:ext cx="21728112" cy="69596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SzPts val="1400"/>
              <a:buNone/>
              <a:defRPr sz="121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121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121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121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121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121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121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121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12100" b="0" i="0" u="none" strike="noStrike" cap="none">
                <a:solidFill>
                  <a:schemeClr val="dk1"/>
                </a:solidFill>
                <a:latin typeface="Calibri"/>
                <a:ea typeface="Calibri"/>
                <a:cs typeface="Calibri"/>
                <a:sym typeface="Calibri"/>
              </a:defRPr>
            </a:lvl9pPr>
          </a:lstStyle>
          <a:p>
            <a:endParaRPr/>
          </a:p>
        </p:txBody>
      </p:sp>
      <p:sp>
        <p:nvSpPr>
          <p:cNvPr id="15" name="Google Shape;15;p2"/>
          <p:cNvSpPr txBox="1">
            <a:spLocks noGrp="1"/>
          </p:cNvSpPr>
          <p:nvPr>
            <p:ph type="body" idx="1"/>
          </p:nvPr>
        </p:nvSpPr>
        <p:spPr>
          <a:xfrm>
            <a:off x="1731963" y="9583738"/>
            <a:ext cx="21728112" cy="22840950"/>
          </a:xfrm>
          <a:prstGeom prst="rect">
            <a:avLst/>
          </a:prstGeom>
          <a:noFill/>
          <a:ln>
            <a:noFill/>
          </a:ln>
        </p:spPr>
        <p:txBody>
          <a:bodyPr spcFirstLastPara="1" wrap="square" lIns="91425" tIns="45700" rIns="91425" bIns="45700" anchor="t" anchorCtr="0">
            <a:normAutofit/>
          </a:bodyPr>
          <a:lstStyle>
            <a:lvl1pPr marL="457200" marR="0" lvl="0" indent="-717550" algn="l" rtl="0">
              <a:lnSpc>
                <a:spcPct val="90000"/>
              </a:lnSpc>
              <a:spcBef>
                <a:spcPts val="2750"/>
              </a:spcBef>
              <a:spcAft>
                <a:spcPts val="0"/>
              </a:spcAft>
              <a:buClr>
                <a:schemeClr val="dk1"/>
              </a:buClr>
              <a:buSzPts val="7700"/>
              <a:buFont typeface="Arial"/>
              <a:buChar char="•"/>
              <a:defRPr sz="7700" b="0" i="0" u="none" strike="noStrike" cap="none">
                <a:solidFill>
                  <a:schemeClr val="dk1"/>
                </a:solidFill>
                <a:latin typeface="Calibri"/>
                <a:ea typeface="Calibri"/>
                <a:cs typeface="Calibri"/>
                <a:sym typeface="Calibri"/>
              </a:defRPr>
            </a:lvl1pPr>
            <a:lvl2pPr marL="914400" marR="0" lvl="1" indent="-647700" algn="l" rtl="0">
              <a:lnSpc>
                <a:spcPct val="90000"/>
              </a:lnSpc>
              <a:spcBef>
                <a:spcPts val="1375"/>
              </a:spcBef>
              <a:spcAft>
                <a:spcPts val="0"/>
              </a:spcAft>
              <a:buClr>
                <a:schemeClr val="dk1"/>
              </a:buClr>
              <a:buSzPts val="6600"/>
              <a:buFont typeface="Arial"/>
              <a:buChar char="•"/>
              <a:defRPr sz="6600" b="0" i="0" u="none" strike="noStrike" cap="none">
                <a:solidFill>
                  <a:schemeClr val="dk1"/>
                </a:solidFill>
                <a:latin typeface="Calibri"/>
                <a:ea typeface="Calibri"/>
                <a:cs typeface="Calibri"/>
                <a:sym typeface="Calibri"/>
              </a:defRPr>
            </a:lvl2pPr>
            <a:lvl3pPr marL="1371600" marR="0" lvl="2" indent="-577850" algn="l" rtl="0">
              <a:lnSpc>
                <a:spcPct val="90000"/>
              </a:lnSpc>
              <a:spcBef>
                <a:spcPts val="1375"/>
              </a:spcBef>
              <a:spcAft>
                <a:spcPts val="0"/>
              </a:spcAft>
              <a:buClr>
                <a:schemeClr val="dk1"/>
              </a:buClr>
              <a:buSzPts val="5500"/>
              <a:buFont typeface="Arial"/>
              <a:buChar char="•"/>
              <a:defRPr sz="5500" b="0" i="0" u="none" strike="noStrike" cap="none">
                <a:solidFill>
                  <a:schemeClr val="dk1"/>
                </a:solidFill>
                <a:latin typeface="Calibri"/>
                <a:ea typeface="Calibri"/>
                <a:cs typeface="Calibri"/>
                <a:sym typeface="Calibri"/>
              </a:defRPr>
            </a:lvl3pPr>
            <a:lvl4pPr marL="1828800" marR="0" lvl="3" indent="-539750" algn="l" rtl="0">
              <a:lnSpc>
                <a:spcPct val="90000"/>
              </a:lnSpc>
              <a:spcBef>
                <a:spcPts val="1375"/>
              </a:spcBef>
              <a:spcAft>
                <a:spcPts val="0"/>
              </a:spcAft>
              <a:buClr>
                <a:schemeClr val="dk1"/>
              </a:buClr>
              <a:buSzPts val="4900"/>
              <a:buFont typeface="Arial"/>
              <a:buChar char="•"/>
              <a:defRPr sz="4900" b="0" i="0" u="none" strike="noStrike" cap="none">
                <a:solidFill>
                  <a:schemeClr val="dk1"/>
                </a:solidFill>
                <a:latin typeface="Calibri"/>
                <a:ea typeface="Calibri"/>
                <a:cs typeface="Calibri"/>
                <a:sym typeface="Calibri"/>
              </a:defRPr>
            </a:lvl4pPr>
            <a:lvl5pPr marL="2286000" marR="0" lvl="4" indent="-539750" algn="l" rtl="0">
              <a:lnSpc>
                <a:spcPct val="90000"/>
              </a:lnSpc>
              <a:spcBef>
                <a:spcPts val="1375"/>
              </a:spcBef>
              <a:spcAft>
                <a:spcPts val="0"/>
              </a:spcAft>
              <a:buClr>
                <a:schemeClr val="dk1"/>
              </a:buClr>
              <a:buSzPts val="4900"/>
              <a:buFont typeface="Arial"/>
              <a:buChar char="•"/>
              <a:defRPr sz="4900" b="0" i="0" u="none" strike="noStrike" cap="none">
                <a:solidFill>
                  <a:schemeClr val="dk1"/>
                </a:solidFill>
                <a:latin typeface="Calibri"/>
                <a:ea typeface="Calibri"/>
                <a:cs typeface="Calibri"/>
                <a:sym typeface="Calibri"/>
              </a:defRPr>
            </a:lvl5pPr>
            <a:lvl6pPr marL="2743200" marR="0" lvl="5" indent="-543497" algn="l" rtl="0">
              <a:lnSpc>
                <a:spcPct val="90000"/>
              </a:lnSpc>
              <a:spcBef>
                <a:spcPts val="1378"/>
              </a:spcBef>
              <a:spcAft>
                <a:spcPts val="0"/>
              </a:spcAft>
              <a:buClr>
                <a:schemeClr val="dk1"/>
              </a:buClr>
              <a:buSzPts val="4959"/>
              <a:buFont typeface="Arial"/>
              <a:buChar char="•"/>
              <a:defRPr sz="4959" b="0" i="0" u="none" strike="noStrike" cap="none">
                <a:solidFill>
                  <a:schemeClr val="dk1"/>
                </a:solidFill>
                <a:latin typeface="Calibri"/>
                <a:ea typeface="Calibri"/>
                <a:cs typeface="Calibri"/>
                <a:sym typeface="Calibri"/>
              </a:defRPr>
            </a:lvl6pPr>
            <a:lvl7pPr marL="3200400" marR="0" lvl="6" indent="-543497" algn="l" rtl="0">
              <a:lnSpc>
                <a:spcPct val="90000"/>
              </a:lnSpc>
              <a:spcBef>
                <a:spcPts val="1378"/>
              </a:spcBef>
              <a:spcAft>
                <a:spcPts val="0"/>
              </a:spcAft>
              <a:buClr>
                <a:schemeClr val="dk1"/>
              </a:buClr>
              <a:buSzPts val="4959"/>
              <a:buFont typeface="Arial"/>
              <a:buChar char="•"/>
              <a:defRPr sz="4959" b="0" i="0" u="none" strike="noStrike" cap="none">
                <a:solidFill>
                  <a:schemeClr val="dk1"/>
                </a:solidFill>
                <a:latin typeface="Calibri"/>
                <a:ea typeface="Calibri"/>
                <a:cs typeface="Calibri"/>
                <a:sym typeface="Calibri"/>
              </a:defRPr>
            </a:lvl7pPr>
            <a:lvl8pPr marL="3657600" marR="0" lvl="7" indent="-543497" algn="l" rtl="0">
              <a:lnSpc>
                <a:spcPct val="90000"/>
              </a:lnSpc>
              <a:spcBef>
                <a:spcPts val="1378"/>
              </a:spcBef>
              <a:spcAft>
                <a:spcPts val="0"/>
              </a:spcAft>
              <a:buClr>
                <a:schemeClr val="dk1"/>
              </a:buClr>
              <a:buSzPts val="4959"/>
              <a:buFont typeface="Arial"/>
              <a:buChar char="•"/>
              <a:defRPr sz="4959" b="0" i="0" u="none" strike="noStrike" cap="none">
                <a:solidFill>
                  <a:schemeClr val="dk1"/>
                </a:solidFill>
                <a:latin typeface="Calibri"/>
                <a:ea typeface="Calibri"/>
                <a:cs typeface="Calibri"/>
                <a:sym typeface="Calibri"/>
              </a:defRPr>
            </a:lvl8pPr>
            <a:lvl9pPr marL="4114800" marR="0" lvl="8" indent="-543497" algn="l" rtl="0">
              <a:lnSpc>
                <a:spcPct val="90000"/>
              </a:lnSpc>
              <a:spcBef>
                <a:spcPts val="1378"/>
              </a:spcBef>
              <a:spcAft>
                <a:spcPts val="0"/>
              </a:spcAft>
              <a:buClr>
                <a:schemeClr val="dk1"/>
              </a:buClr>
              <a:buSzPts val="4959"/>
              <a:buFont typeface="Arial"/>
              <a:buChar char="•"/>
              <a:defRPr sz="4959" b="0" i="0" u="none" strike="noStrike" cap="none">
                <a:solidFill>
                  <a:schemeClr val="dk1"/>
                </a:solidFill>
                <a:latin typeface="Calibri"/>
                <a:ea typeface="Calibri"/>
                <a:cs typeface="Calibri"/>
                <a:sym typeface="Calibri"/>
              </a:defRPr>
            </a:lvl9pPr>
          </a:lstStyle>
          <a:p>
            <a:endParaRPr/>
          </a:p>
        </p:txBody>
      </p:sp>
      <p:sp>
        <p:nvSpPr>
          <p:cNvPr id="16" name="Google Shape;16;p2"/>
          <p:cNvSpPr txBox="1">
            <a:spLocks noGrp="1"/>
          </p:cNvSpPr>
          <p:nvPr>
            <p:ph type="dt" idx="10"/>
          </p:nvPr>
        </p:nvSpPr>
        <p:spPr>
          <a:xfrm>
            <a:off x="1731963" y="33366075"/>
            <a:ext cx="5668962" cy="19177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306"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7" name="Google Shape;17;p2"/>
          <p:cNvSpPr txBox="1">
            <a:spLocks noGrp="1"/>
          </p:cNvSpPr>
          <p:nvPr>
            <p:ph type="ftr" idx="11"/>
          </p:nvPr>
        </p:nvSpPr>
        <p:spPr>
          <a:xfrm>
            <a:off x="8345488" y="33366075"/>
            <a:ext cx="8501062" cy="19177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306"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8" name="Google Shape;18;p2"/>
          <p:cNvSpPr txBox="1">
            <a:spLocks noGrp="1"/>
          </p:cNvSpPr>
          <p:nvPr>
            <p:ph type="sldNum" idx="12"/>
          </p:nvPr>
        </p:nvSpPr>
        <p:spPr>
          <a:xfrm>
            <a:off x="17791113" y="33366075"/>
            <a:ext cx="5668962" cy="19177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3306" b="0" i="0" u="none" strike="noStrike" cap="none">
                <a:solidFill>
                  <a:srgbClr val="888888"/>
                </a:solidFill>
                <a:latin typeface="Arial"/>
                <a:ea typeface="Arial"/>
                <a:cs typeface="Arial"/>
                <a:sym typeface="Arial"/>
              </a:defRPr>
            </a:lvl1pPr>
            <a:lvl2pPr marL="0" marR="0" lvl="1" indent="0" algn="r" rtl="0">
              <a:spcBef>
                <a:spcPts val="0"/>
              </a:spcBef>
              <a:spcAft>
                <a:spcPts val="0"/>
              </a:spcAft>
              <a:buNone/>
              <a:defRPr sz="3306" b="0" i="0" u="none" strike="noStrike" cap="none">
                <a:solidFill>
                  <a:srgbClr val="888888"/>
                </a:solidFill>
                <a:latin typeface="Arial"/>
                <a:ea typeface="Arial"/>
                <a:cs typeface="Arial"/>
                <a:sym typeface="Arial"/>
              </a:defRPr>
            </a:lvl2pPr>
            <a:lvl3pPr marL="0" marR="0" lvl="2" indent="0" algn="r" rtl="0">
              <a:spcBef>
                <a:spcPts val="0"/>
              </a:spcBef>
              <a:spcAft>
                <a:spcPts val="0"/>
              </a:spcAft>
              <a:buNone/>
              <a:defRPr sz="3306" b="0" i="0" u="none" strike="noStrike" cap="none">
                <a:solidFill>
                  <a:srgbClr val="888888"/>
                </a:solidFill>
                <a:latin typeface="Arial"/>
                <a:ea typeface="Arial"/>
                <a:cs typeface="Arial"/>
                <a:sym typeface="Arial"/>
              </a:defRPr>
            </a:lvl3pPr>
            <a:lvl4pPr marL="0" marR="0" lvl="3" indent="0" algn="r" rtl="0">
              <a:spcBef>
                <a:spcPts val="0"/>
              </a:spcBef>
              <a:spcAft>
                <a:spcPts val="0"/>
              </a:spcAft>
              <a:buNone/>
              <a:defRPr sz="3306" b="0" i="0" u="none" strike="noStrike" cap="none">
                <a:solidFill>
                  <a:srgbClr val="888888"/>
                </a:solidFill>
                <a:latin typeface="Arial"/>
                <a:ea typeface="Arial"/>
                <a:cs typeface="Arial"/>
                <a:sym typeface="Arial"/>
              </a:defRPr>
            </a:lvl4pPr>
            <a:lvl5pPr marL="0" marR="0" lvl="4" indent="0" algn="r" rtl="0">
              <a:spcBef>
                <a:spcPts val="0"/>
              </a:spcBef>
              <a:spcAft>
                <a:spcPts val="0"/>
              </a:spcAft>
              <a:buNone/>
              <a:defRPr sz="3306" b="0" i="0" u="none" strike="noStrike" cap="none">
                <a:solidFill>
                  <a:srgbClr val="888888"/>
                </a:solidFill>
                <a:latin typeface="Arial"/>
                <a:ea typeface="Arial"/>
                <a:cs typeface="Arial"/>
                <a:sym typeface="Arial"/>
              </a:defRPr>
            </a:lvl5pPr>
            <a:lvl6pPr marL="0" marR="0" lvl="5" indent="0" algn="r" rtl="0">
              <a:spcBef>
                <a:spcPts val="0"/>
              </a:spcBef>
              <a:spcAft>
                <a:spcPts val="0"/>
              </a:spcAft>
              <a:buNone/>
              <a:defRPr sz="3306" b="0" i="0" u="none" strike="noStrike" cap="none">
                <a:solidFill>
                  <a:srgbClr val="888888"/>
                </a:solidFill>
                <a:latin typeface="Arial"/>
                <a:ea typeface="Arial"/>
                <a:cs typeface="Arial"/>
                <a:sym typeface="Arial"/>
              </a:defRPr>
            </a:lvl6pPr>
            <a:lvl7pPr marL="0" marR="0" lvl="6" indent="0" algn="r" rtl="0">
              <a:spcBef>
                <a:spcPts val="0"/>
              </a:spcBef>
              <a:spcAft>
                <a:spcPts val="0"/>
              </a:spcAft>
              <a:buNone/>
              <a:defRPr sz="3306" b="0" i="0" u="none" strike="noStrike" cap="none">
                <a:solidFill>
                  <a:srgbClr val="888888"/>
                </a:solidFill>
                <a:latin typeface="Arial"/>
                <a:ea typeface="Arial"/>
                <a:cs typeface="Arial"/>
                <a:sym typeface="Arial"/>
              </a:defRPr>
            </a:lvl7pPr>
            <a:lvl8pPr marL="0" marR="0" lvl="7" indent="0" algn="r" rtl="0">
              <a:spcBef>
                <a:spcPts val="0"/>
              </a:spcBef>
              <a:spcAft>
                <a:spcPts val="0"/>
              </a:spcAft>
              <a:buNone/>
              <a:defRPr sz="3306" b="0" i="0" u="none" strike="noStrike" cap="none">
                <a:solidFill>
                  <a:srgbClr val="888888"/>
                </a:solidFill>
                <a:latin typeface="Arial"/>
                <a:ea typeface="Arial"/>
                <a:cs typeface="Arial"/>
                <a:sym typeface="Arial"/>
              </a:defRPr>
            </a:lvl8pPr>
            <a:lvl9pPr marL="0" marR="0" lvl="8" indent="0" algn="r" rtl="0">
              <a:spcBef>
                <a:spcPts val="0"/>
              </a:spcBef>
              <a:spcAft>
                <a:spcPts val="0"/>
              </a:spcAft>
              <a:buNone/>
              <a:defRPr sz="3306"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AABAC9"/>
        </a:solidFill>
        <a:effectLst/>
      </p:bgPr>
    </p:bg>
    <p:spTree>
      <p:nvGrpSpPr>
        <p:cNvPr id="1" name="Shape 88"/>
        <p:cNvGrpSpPr/>
        <p:nvPr/>
      </p:nvGrpSpPr>
      <p:grpSpPr>
        <a:xfrm>
          <a:off x="0" y="0"/>
          <a:ext cx="0" cy="0"/>
          <a:chOff x="0" y="0"/>
          <a:chExt cx="0" cy="0"/>
        </a:xfrm>
      </p:grpSpPr>
      <p:sp>
        <p:nvSpPr>
          <p:cNvPr id="89" name="Google Shape;89;p14"/>
          <p:cNvSpPr/>
          <p:nvPr/>
        </p:nvSpPr>
        <p:spPr>
          <a:xfrm>
            <a:off x="0" y="0"/>
            <a:ext cx="25192038" cy="5249863"/>
          </a:xfrm>
          <a:prstGeom prst="rect">
            <a:avLst/>
          </a:prstGeom>
          <a:solidFill>
            <a:srgbClr val="D7D7D7"/>
          </a:solidFill>
          <a:ln w="9525" cap="sq"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
        <p:nvSpPr>
          <p:cNvPr id="90" name="Google Shape;90;p14"/>
          <p:cNvSpPr/>
          <p:nvPr/>
        </p:nvSpPr>
        <p:spPr>
          <a:xfrm>
            <a:off x="398463" y="6165850"/>
            <a:ext cx="5724525" cy="29051250"/>
          </a:xfrm>
          <a:prstGeom prst="rect">
            <a:avLst/>
          </a:prstGeom>
          <a:solidFill>
            <a:srgbClr val="D7D7D7"/>
          </a:solidFill>
          <a:ln w="9525" cap="sq"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
        <p:nvSpPr>
          <p:cNvPr id="91" name="Google Shape;91;p14"/>
          <p:cNvSpPr/>
          <p:nvPr/>
        </p:nvSpPr>
        <p:spPr>
          <a:xfrm>
            <a:off x="0" y="5249863"/>
            <a:ext cx="25192038" cy="142875"/>
          </a:xfrm>
          <a:prstGeom prst="rect">
            <a:avLst/>
          </a:prstGeom>
          <a:solidFill>
            <a:srgbClr val="66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
        <p:nvSpPr>
          <p:cNvPr id="92" name="Google Shape;92;p14"/>
          <p:cNvSpPr txBox="1"/>
          <p:nvPr/>
        </p:nvSpPr>
        <p:spPr>
          <a:xfrm>
            <a:off x="349250" y="35482213"/>
            <a:ext cx="1444625" cy="466725"/>
          </a:xfrm>
          <a:prstGeom prst="rect">
            <a:avLst/>
          </a:prstGeom>
          <a:noFill/>
          <a:ln>
            <a:noFill/>
          </a:ln>
        </p:spPr>
        <p:txBody>
          <a:bodyPr spcFirstLastPara="1" wrap="square" lIns="98400" tIns="51175" rIns="98400" bIns="51175" anchor="t" anchorCtr="0">
            <a:spAutoFit/>
          </a:bodyPr>
          <a:lstStyle/>
          <a:p>
            <a:pPr marL="0" marR="0" lvl="0" indent="0" algn="l" rtl="0">
              <a:lnSpc>
                <a:spcPct val="65000"/>
              </a:lnSpc>
              <a:spcBef>
                <a:spcPts val="0"/>
              </a:spcBef>
              <a:spcAft>
                <a:spcPts val="0"/>
              </a:spcAft>
              <a:buNone/>
            </a:pPr>
            <a:r>
              <a:rPr lang="tr-TR" sz="547" b="1" i="0" u="none" strike="noStrike" cap="none">
                <a:solidFill>
                  <a:srgbClr val="808080"/>
                </a:solidFill>
                <a:latin typeface="Arial"/>
                <a:ea typeface="Arial"/>
                <a:cs typeface="Arial"/>
                <a:sym typeface="Arial"/>
              </a:rPr>
              <a:t>POSTER TEMPLATE BY:</a:t>
            </a:r>
            <a:endParaRPr/>
          </a:p>
          <a:p>
            <a:pPr marL="0" marR="0" lvl="0" indent="0" algn="l" rtl="0">
              <a:lnSpc>
                <a:spcPct val="65000"/>
              </a:lnSpc>
              <a:spcBef>
                <a:spcPts val="684"/>
              </a:spcBef>
              <a:spcAft>
                <a:spcPts val="0"/>
              </a:spcAft>
              <a:buNone/>
            </a:pPr>
            <a:r>
              <a:rPr lang="tr-TR" sz="1094" b="1" i="0" u="none" strike="noStrike" cap="none">
                <a:solidFill>
                  <a:srgbClr val="808080"/>
                </a:solidFill>
                <a:latin typeface="Arial"/>
                <a:ea typeface="Arial"/>
                <a:cs typeface="Arial"/>
                <a:sym typeface="Arial"/>
              </a:rPr>
              <a:t>www.PosterPresentations.com</a:t>
            </a:r>
            <a:endParaRPr/>
          </a:p>
        </p:txBody>
      </p:sp>
      <p:sp>
        <p:nvSpPr>
          <p:cNvPr id="93" name="Google Shape;93;p14"/>
          <p:cNvSpPr txBox="1">
            <a:spLocks noGrp="1"/>
          </p:cNvSpPr>
          <p:nvPr>
            <p:ph type="title"/>
          </p:nvPr>
        </p:nvSpPr>
        <p:spPr>
          <a:xfrm>
            <a:off x="550863" y="1392238"/>
            <a:ext cx="24060150" cy="2401887"/>
          </a:xfrm>
          <a:prstGeom prst="rect">
            <a:avLst/>
          </a:prstGeom>
          <a:noFill/>
          <a:ln>
            <a:noFill/>
          </a:ln>
        </p:spPr>
        <p:txBody>
          <a:bodyPr spcFirstLastPara="1" wrap="square" lIns="90000" tIns="46800" rIns="90000" bIns="46800" anchor="ctr" anchorCtr="0">
            <a:noAutofit/>
          </a:bodyPr>
          <a:lstStyle>
            <a:lvl1pPr marR="0" lvl="0" algn="ctr" rtl="0">
              <a:spcBef>
                <a:spcPts val="0"/>
              </a:spcBef>
              <a:spcAft>
                <a:spcPts val="0"/>
              </a:spcAft>
              <a:buSzPts val="1400"/>
              <a:buNone/>
              <a:defRPr sz="9400" b="0" i="0" u="none" strike="noStrike" cap="none">
                <a:solidFill>
                  <a:srgbClr val="000000"/>
                </a:solidFill>
                <a:latin typeface="Arial Black"/>
                <a:ea typeface="Arial Black"/>
                <a:cs typeface="Arial Black"/>
                <a:sym typeface="Arial Black"/>
              </a:defRPr>
            </a:lvl1pPr>
            <a:lvl2pPr marR="0" lvl="1" algn="ctr" rtl="0">
              <a:spcBef>
                <a:spcPts val="0"/>
              </a:spcBef>
              <a:spcAft>
                <a:spcPts val="0"/>
              </a:spcAft>
              <a:buSzPts val="1400"/>
              <a:buNone/>
              <a:defRPr sz="9400" b="0" i="0" u="none" strike="noStrike" cap="none">
                <a:solidFill>
                  <a:srgbClr val="000000"/>
                </a:solidFill>
                <a:latin typeface="Arial Black"/>
                <a:ea typeface="Arial Black"/>
                <a:cs typeface="Arial Black"/>
                <a:sym typeface="Arial Black"/>
              </a:defRPr>
            </a:lvl2pPr>
            <a:lvl3pPr marR="0" lvl="2" algn="ctr" rtl="0">
              <a:spcBef>
                <a:spcPts val="0"/>
              </a:spcBef>
              <a:spcAft>
                <a:spcPts val="0"/>
              </a:spcAft>
              <a:buSzPts val="1400"/>
              <a:buNone/>
              <a:defRPr sz="9400" b="0" i="0" u="none" strike="noStrike" cap="none">
                <a:solidFill>
                  <a:srgbClr val="000000"/>
                </a:solidFill>
                <a:latin typeface="Arial Black"/>
                <a:ea typeface="Arial Black"/>
                <a:cs typeface="Arial Black"/>
                <a:sym typeface="Arial Black"/>
              </a:defRPr>
            </a:lvl3pPr>
            <a:lvl4pPr marR="0" lvl="3" algn="ctr" rtl="0">
              <a:spcBef>
                <a:spcPts val="0"/>
              </a:spcBef>
              <a:spcAft>
                <a:spcPts val="0"/>
              </a:spcAft>
              <a:buSzPts val="1400"/>
              <a:buNone/>
              <a:defRPr sz="9400" b="0" i="0" u="none" strike="noStrike" cap="none">
                <a:solidFill>
                  <a:srgbClr val="000000"/>
                </a:solidFill>
                <a:latin typeface="Arial Black"/>
                <a:ea typeface="Arial Black"/>
                <a:cs typeface="Arial Black"/>
                <a:sym typeface="Arial Black"/>
              </a:defRPr>
            </a:lvl4pPr>
            <a:lvl5pPr marR="0" lvl="4" algn="ctr" rtl="0">
              <a:spcBef>
                <a:spcPts val="0"/>
              </a:spcBef>
              <a:spcAft>
                <a:spcPts val="0"/>
              </a:spcAft>
              <a:buSzPts val="1400"/>
              <a:buNone/>
              <a:defRPr sz="9400" b="0" i="0" u="none" strike="noStrike" cap="none">
                <a:solidFill>
                  <a:srgbClr val="000000"/>
                </a:solidFill>
                <a:latin typeface="Arial Black"/>
                <a:ea typeface="Arial Black"/>
                <a:cs typeface="Arial Black"/>
                <a:sym typeface="Arial Black"/>
              </a:defRPr>
            </a:lvl5pPr>
            <a:lvl6pPr marR="0" lvl="5" algn="ctr" rtl="0">
              <a:spcBef>
                <a:spcPts val="0"/>
              </a:spcBef>
              <a:spcAft>
                <a:spcPts val="0"/>
              </a:spcAft>
              <a:buSzPts val="1400"/>
              <a:buNone/>
              <a:defRPr sz="9405" b="0" i="0" u="none" strike="noStrike" cap="none">
                <a:solidFill>
                  <a:srgbClr val="000000"/>
                </a:solidFill>
                <a:latin typeface="Arial Black"/>
                <a:ea typeface="Arial Black"/>
                <a:cs typeface="Arial Black"/>
                <a:sym typeface="Arial Black"/>
              </a:defRPr>
            </a:lvl6pPr>
            <a:lvl7pPr marR="0" lvl="6" algn="ctr" rtl="0">
              <a:spcBef>
                <a:spcPts val="0"/>
              </a:spcBef>
              <a:spcAft>
                <a:spcPts val="0"/>
              </a:spcAft>
              <a:buSzPts val="1400"/>
              <a:buNone/>
              <a:defRPr sz="9405" b="0" i="0" u="none" strike="noStrike" cap="none">
                <a:solidFill>
                  <a:srgbClr val="000000"/>
                </a:solidFill>
                <a:latin typeface="Arial Black"/>
                <a:ea typeface="Arial Black"/>
                <a:cs typeface="Arial Black"/>
                <a:sym typeface="Arial Black"/>
              </a:defRPr>
            </a:lvl7pPr>
            <a:lvl8pPr marR="0" lvl="7" algn="ctr" rtl="0">
              <a:spcBef>
                <a:spcPts val="0"/>
              </a:spcBef>
              <a:spcAft>
                <a:spcPts val="0"/>
              </a:spcAft>
              <a:buSzPts val="1400"/>
              <a:buNone/>
              <a:defRPr sz="9405" b="0" i="0" u="none" strike="noStrike" cap="none">
                <a:solidFill>
                  <a:srgbClr val="000000"/>
                </a:solidFill>
                <a:latin typeface="Arial Black"/>
                <a:ea typeface="Arial Black"/>
                <a:cs typeface="Arial Black"/>
                <a:sym typeface="Arial Black"/>
              </a:defRPr>
            </a:lvl8pPr>
            <a:lvl9pPr marR="0" lvl="8" algn="ctr" rtl="0">
              <a:spcBef>
                <a:spcPts val="0"/>
              </a:spcBef>
              <a:spcAft>
                <a:spcPts val="0"/>
              </a:spcAft>
              <a:buSzPts val="1400"/>
              <a:buNone/>
              <a:defRPr sz="9405" b="0" i="0" u="none" strike="noStrike" cap="none">
                <a:solidFill>
                  <a:srgbClr val="000000"/>
                </a:solidFill>
                <a:latin typeface="Arial Black"/>
                <a:ea typeface="Arial Black"/>
                <a:cs typeface="Arial Black"/>
                <a:sym typeface="Arial Black"/>
              </a:defRPr>
            </a:lvl9pPr>
          </a:lstStyle>
          <a:p>
            <a:endParaRPr/>
          </a:p>
        </p:txBody>
      </p:sp>
      <p:sp>
        <p:nvSpPr>
          <p:cNvPr id="94" name="Google Shape;94;p14"/>
          <p:cNvSpPr txBox="1">
            <a:spLocks noGrp="1"/>
          </p:cNvSpPr>
          <p:nvPr>
            <p:ph type="body" idx="1"/>
          </p:nvPr>
        </p:nvSpPr>
        <p:spPr>
          <a:xfrm>
            <a:off x="398463" y="6165850"/>
            <a:ext cx="5721350" cy="29043313"/>
          </a:xfrm>
          <a:prstGeom prst="rect">
            <a:avLst/>
          </a:prstGeom>
          <a:noFill/>
          <a:ln>
            <a:noFill/>
          </a:ln>
        </p:spPr>
        <p:txBody>
          <a:bodyPr spcFirstLastPara="1" wrap="square" lIns="456475" tIns="456475" rIns="456475" bIns="456475" anchor="t" anchorCtr="0">
            <a:noAutofit/>
          </a:bodyPr>
          <a:lstStyle>
            <a:lvl1pPr marL="457200" marR="0" lvl="0" indent="-228600" algn="l" rtl="0">
              <a:spcBef>
                <a:spcPts val="788"/>
              </a:spcBef>
              <a:spcAft>
                <a:spcPts val="0"/>
              </a:spcAft>
              <a:buSzPts val="1400"/>
              <a:buNone/>
              <a:defRPr sz="3100" b="0" i="0" u="none" strike="noStrike" cap="none">
                <a:solidFill>
                  <a:srgbClr val="000000"/>
                </a:solidFill>
                <a:latin typeface="Arial"/>
                <a:ea typeface="Arial"/>
                <a:cs typeface="Arial"/>
                <a:sym typeface="Arial"/>
              </a:defRPr>
            </a:lvl1pPr>
            <a:lvl2pPr marL="914400" marR="0" lvl="1" indent="-228600" algn="l" rtl="0">
              <a:spcBef>
                <a:spcPts val="788"/>
              </a:spcBef>
              <a:spcAft>
                <a:spcPts val="0"/>
              </a:spcAft>
              <a:buSzPts val="1400"/>
              <a:buNone/>
              <a:defRPr sz="3100" b="0" i="0" u="none" strike="noStrike" cap="none">
                <a:solidFill>
                  <a:srgbClr val="000000"/>
                </a:solidFill>
                <a:latin typeface="Arial"/>
                <a:ea typeface="Arial"/>
                <a:cs typeface="Arial"/>
                <a:sym typeface="Arial"/>
              </a:defRPr>
            </a:lvl2pPr>
            <a:lvl3pPr marL="1371600" marR="0" lvl="2" indent="-228600" algn="l" rtl="0">
              <a:spcBef>
                <a:spcPts val="650"/>
              </a:spcBef>
              <a:spcAft>
                <a:spcPts val="0"/>
              </a:spcAft>
              <a:buSzPts val="1400"/>
              <a:buNone/>
              <a:defRPr sz="2600" b="0" i="0" u="none" strike="noStrike" cap="none">
                <a:solidFill>
                  <a:srgbClr val="000000"/>
                </a:solidFill>
                <a:latin typeface="Arial"/>
                <a:ea typeface="Arial"/>
                <a:cs typeface="Arial"/>
                <a:sym typeface="Arial"/>
              </a:defRPr>
            </a:lvl3pPr>
            <a:lvl4pPr marL="1828800" marR="0" lvl="3" indent="-228600" algn="l" rtl="0">
              <a:spcBef>
                <a:spcPts val="525"/>
              </a:spcBef>
              <a:spcAft>
                <a:spcPts val="0"/>
              </a:spcAft>
              <a:buSzPts val="1400"/>
              <a:buNone/>
              <a:defRPr sz="2000" b="0" i="0" u="none" strike="noStrike" cap="none">
                <a:solidFill>
                  <a:srgbClr val="000000"/>
                </a:solidFill>
                <a:latin typeface="Arial"/>
                <a:ea typeface="Arial"/>
                <a:cs typeface="Arial"/>
                <a:sym typeface="Arial"/>
              </a:defRPr>
            </a:lvl4pPr>
            <a:lvl5pPr marL="2286000" marR="0" lvl="4" indent="-228600" algn="l" rtl="0">
              <a:spcBef>
                <a:spcPts val="525"/>
              </a:spcBef>
              <a:spcAft>
                <a:spcPts val="0"/>
              </a:spcAft>
              <a:buSzPts val="1400"/>
              <a:buNone/>
              <a:defRPr sz="2000" b="0" i="0" u="none" strike="noStrike" cap="none">
                <a:solidFill>
                  <a:srgbClr val="000000"/>
                </a:solidFill>
                <a:latin typeface="Arial"/>
                <a:ea typeface="Arial"/>
                <a:cs typeface="Arial"/>
                <a:sym typeface="Arial"/>
              </a:defRPr>
            </a:lvl5pPr>
            <a:lvl6pPr marL="2743200" marR="0" lvl="5" indent="-353568" algn="l" rtl="0">
              <a:lnSpc>
                <a:spcPct val="90000"/>
              </a:lnSpc>
              <a:spcBef>
                <a:spcPts val="547"/>
              </a:spcBef>
              <a:spcAft>
                <a:spcPts val="0"/>
              </a:spcAft>
              <a:buClr>
                <a:schemeClr val="dk1"/>
              </a:buClr>
              <a:buSzPts val="1968"/>
              <a:buFont typeface="Arial"/>
              <a:buChar char="•"/>
              <a:defRPr sz="1968" b="0" i="0" u="none" strike="noStrike" cap="none">
                <a:solidFill>
                  <a:schemeClr val="dk1"/>
                </a:solidFill>
                <a:latin typeface="Arial"/>
                <a:ea typeface="Arial"/>
                <a:cs typeface="Arial"/>
                <a:sym typeface="Arial"/>
              </a:defRPr>
            </a:lvl6pPr>
            <a:lvl7pPr marL="3200400" marR="0" lvl="6" indent="-353568" algn="l" rtl="0">
              <a:lnSpc>
                <a:spcPct val="90000"/>
              </a:lnSpc>
              <a:spcBef>
                <a:spcPts val="547"/>
              </a:spcBef>
              <a:spcAft>
                <a:spcPts val="0"/>
              </a:spcAft>
              <a:buClr>
                <a:schemeClr val="dk1"/>
              </a:buClr>
              <a:buSzPts val="1968"/>
              <a:buFont typeface="Arial"/>
              <a:buChar char="•"/>
              <a:defRPr sz="1968" b="0" i="0" u="none" strike="noStrike" cap="none">
                <a:solidFill>
                  <a:schemeClr val="dk1"/>
                </a:solidFill>
                <a:latin typeface="Arial"/>
                <a:ea typeface="Arial"/>
                <a:cs typeface="Arial"/>
                <a:sym typeface="Arial"/>
              </a:defRPr>
            </a:lvl7pPr>
            <a:lvl8pPr marL="3657600" marR="0" lvl="7" indent="-353568" algn="l" rtl="0">
              <a:lnSpc>
                <a:spcPct val="90000"/>
              </a:lnSpc>
              <a:spcBef>
                <a:spcPts val="547"/>
              </a:spcBef>
              <a:spcAft>
                <a:spcPts val="0"/>
              </a:spcAft>
              <a:buClr>
                <a:schemeClr val="dk1"/>
              </a:buClr>
              <a:buSzPts val="1968"/>
              <a:buFont typeface="Arial"/>
              <a:buChar char="•"/>
              <a:defRPr sz="1968" b="0" i="0" u="none" strike="noStrike" cap="none">
                <a:solidFill>
                  <a:schemeClr val="dk1"/>
                </a:solidFill>
                <a:latin typeface="Arial"/>
                <a:ea typeface="Arial"/>
                <a:cs typeface="Arial"/>
                <a:sym typeface="Arial"/>
              </a:defRPr>
            </a:lvl8pPr>
            <a:lvl9pPr marL="4114800" marR="0" lvl="8" indent="-353568" algn="l" rtl="0">
              <a:lnSpc>
                <a:spcPct val="90000"/>
              </a:lnSpc>
              <a:spcBef>
                <a:spcPts val="547"/>
              </a:spcBef>
              <a:spcAft>
                <a:spcPts val="0"/>
              </a:spcAft>
              <a:buClr>
                <a:schemeClr val="dk1"/>
              </a:buClr>
              <a:buSzPts val="1968"/>
              <a:buFont typeface="Arial"/>
              <a:buChar char="•"/>
              <a:defRPr sz="1968" b="0" i="0" u="none" strike="noStrike" cap="none">
                <a:solidFill>
                  <a:schemeClr val="dk1"/>
                </a:solidFill>
                <a:latin typeface="Arial"/>
                <a:ea typeface="Arial"/>
                <a:cs typeface="Arial"/>
                <a:sym typeface="Arial"/>
              </a:defRPr>
            </a:lvl9pPr>
          </a:lstStyle>
          <a:p>
            <a:endParaRPr/>
          </a:p>
        </p:txBody>
      </p:sp>
      <p:sp>
        <p:nvSpPr>
          <p:cNvPr id="95" name="Google Shape;95;p14"/>
          <p:cNvSpPr/>
          <p:nvPr/>
        </p:nvSpPr>
        <p:spPr>
          <a:xfrm>
            <a:off x="0" y="0"/>
            <a:ext cx="25192038" cy="35999738"/>
          </a:xfrm>
          <a:prstGeom prst="rect">
            <a:avLst/>
          </a:prstGeom>
          <a:noFill/>
          <a:ln w="9525" cap="sq"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
        <p:nvSpPr>
          <p:cNvPr id="96" name="Google Shape;96;p14"/>
          <p:cNvSpPr/>
          <p:nvPr/>
        </p:nvSpPr>
        <p:spPr>
          <a:xfrm>
            <a:off x="6594475" y="6165850"/>
            <a:ext cx="11918950" cy="29051250"/>
          </a:xfrm>
          <a:prstGeom prst="rect">
            <a:avLst/>
          </a:prstGeom>
          <a:solidFill>
            <a:srgbClr val="D7D7D7"/>
          </a:solidFill>
          <a:ln w="9525" cap="sq"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
        <p:nvSpPr>
          <p:cNvPr id="97" name="Google Shape;97;p14"/>
          <p:cNvSpPr/>
          <p:nvPr/>
        </p:nvSpPr>
        <p:spPr>
          <a:xfrm>
            <a:off x="18986500" y="6165850"/>
            <a:ext cx="5729288" cy="29051250"/>
          </a:xfrm>
          <a:prstGeom prst="rect">
            <a:avLst/>
          </a:prstGeom>
          <a:solidFill>
            <a:srgbClr val="D7D7D7"/>
          </a:solidFill>
          <a:ln w="9525" cap="sq"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AABAC9"/>
        </a:solidFill>
        <a:effectLst/>
      </p:bgPr>
    </p:bg>
    <p:spTree>
      <p:nvGrpSpPr>
        <p:cNvPr id="1" name="Shape 134"/>
        <p:cNvGrpSpPr/>
        <p:nvPr/>
      </p:nvGrpSpPr>
      <p:grpSpPr>
        <a:xfrm>
          <a:off x="0" y="0"/>
          <a:ext cx="0" cy="0"/>
          <a:chOff x="0" y="0"/>
          <a:chExt cx="0" cy="0"/>
        </a:xfrm>
      </p:grpSpPr>
      <p:sp>
        <p:nvSpPr>
          <p:cNvPr id="135" name="Google Shape;135;p26"/>
          <p:cNvSpPr/>
          <p:nvPr/>
        </p:nvSpPr>
        <p:spPr>
          <a:xfrm>
            <a:off x="0" y="0"/>
            <a:ext cx="25192038" cy="5249863"/>
          </a:xfrm>
          <a:prstGeom prst="rect">
            <a:avLst/>
          </a:prstGeom>
          <a:solidFill>
            <a:srgbClr val="D7D7D7"/>
          </a:solidFill>
          <a:ln w="9525" cap="sq"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
        <p:nvSpPr>
          <p:cNvPr id="136" name="Google Shape;136;p26"/>
          <p:cNvSpPr/>
          <p:nvPr/>
        </p:nvSpPr>
        <p:spPr>
          <a:xfrm>
            <a:off x="398463" y="6165850"/>
            <a:ext cx="24317325" cy="29051250"/>
          </a:xfrm>
          <a:prstGeom prst="rect">
            <a:avLst/>
          </a:prstGeom>
          <a:solidFill>
            <a:srgbClr val="D7D7D7"/>
          </a:solidFill>
          <a:ln w="9525" cap="sq"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
        <p:nvSpPr>
          <p:cNvPr id="137" name="Google Shape;137;p26"/>
          <p:cNvSpPr/>
          <p:nvPr/>
        </p:nvSpPr>
        <p:spPr>
          <a:xfrm>
            <a:off x="0" y="5249863"/>
            <a:ext cx="25192038" cy="142875"/>
          </a:xfrm>
          <a:prstGeom prst="rect">
            <a:avLst/>
          </a:prstGeom>
          <a:solidFill>
            <a:srgbClr val="66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
        <p:nvSpPr>
          <p:cNvPr id="138" name="Google Shape;138;p26"/>
          <p:cNvSpPr txBox="1"/>
          <p:nvPr/>
        </p:nvSpPr>
        <p:spPr>
          <a:xfrm>
            <a:off x="349250" y="35482213"/>
            <a:ext cx="1444625" cy="466725"/>
          </a:xfrm>
          <a:prstGeom prst="rect">
            <a:avLst/>
          </a:prstGeom>
          <a:noFill/>
          <a:ln>
            <a:noFill/>
          </a:ln>
        </p:spPr>
        <p:txBody>
          <a:bodyPr spcFirstLastPara="1" wrap="square" lIns="98400" tIns="51175" rIns="98400" bIns="51175" anchor="t" anchorCtr="0">
            <a:spAutoFit/>
          </a:bodyPr>
          <a:lstStyle/>
          <a:p>
            <a:pPr marL="0" marR="0" lvl="0" indent="0" algn="l" rtl="0">
              <a:lnSpc>
                <a:spcPct val="65000"/>
              </a:lnSpc>
              <a:spcBef>
                <a:spcPts val="0"/>
              </a:spcBef>
              <a:spcAft>
                <a:spcPts val="0"/>
              </a:spcAft>
              <a:buNone/>
            </a:pPr>
            <a:r>
              <a:rPr lang="tr-TR" sz="547" b="1" i="0" u="none" strike="noStrike" cap="none">
                <a:solidFill>
                  <a:srgbClr val="808080"/>
                </a:solidFill>
                <a:latin typeface="Arial"/>
                <a:ea typeface="Arial"/>
                <a:cs typeface="Arial"/>
                <a:sym typeface="Arial"/>
              </a:rPr>
              <a:t>POSTER TEMPLATE BY:</a:t>
            </a:r>
            <a:endParaRPr/>
          </a:p>
          <a:p>
            <a:pPr marL="0" marR="0" lvl="0" indent="0" algn="l" rtl="0">
              <a:lnSpc>
                <a:spcPct val="65000"/>
              </a:lnSpc>
              <a:spcBef>
                <a:spcPts val="684"/>
              </a:spcBef>
              <a:spcAft>
                <a:spcPts val="0"/>
              </a:spcAft>
              <a:buNone/>
            </a:pPr>
            <a:r>
              <a:rPr lang="tr-TR" sz="1094" b="1" i="0" u="none" strike="noStrike" cap="none">
                <a:solidFill>
                  <a:srgbClr val="808080"/>
                </a:solidFill>
                <a:latin typeface="Arial"/>
                <a:ea typeface="Arial"/>
                <a:cs typeface="Arial"/>
                <a:sym typeface="Arial"/>
              </a:rPr>
              <a:t>www.PosterPresentations.com</a:t>
            </a:r>
            <a:endParaRPr/>
          </a:p>
        </p:txBody>
      </p:sp>
      <p:sp>
        <p:nvSpPr>
          <p:cNvPr id="139" name="Google Shape;139;p26"/>
          <p:cNvSpPr txBox="1">
            <a:spLocks noGrp="1"/>
          </p:cNvSpPr>
          <p:nvPr>
            <p:ph type="title"/>
          </p:nvPr>
        </p:nvSpPr>
        <p:spPr>
          <a:xfrm>
            <a:off x="550863" y="1392238"/>
            <a:ext cx="24060150" cy="2401887"/>
          </a:xfrm>
          <a:prstGeom prst="rect">
            <a:avLst/>
          </a:prstGeom>
          <a:noFill/>
          <a:ln>
            <a:noFill/>
          </a:ln>
        </p:spPr>
        <p:txBody>
          <a:bodyPr spcFirstLastPara="1" wrap="square" lIns="90000" tIns="46800" rIns="90000" bIns="46800" anchor="ctr" anchorCtr="0">
            <a:noAutofit/>
          </a:bodyPr>
          <a:lstStyle>
            <a:lvl1pPr marR="0" lvl="0" algn="ctr" rtl="0">
              <a:spcBef>
                <a:spcPts val="0"/>
              </a:spcBef>
              <a:spcAft>
                <a:spcPts val="0"/>
              </a:spcAft>
              <a:buSzPts val="1400"/>
              <a:buNone/>
              <a:defRPr sz="9400" b="0" i="0" u="none" strike="noStrike" cap="none">
                <a:solidFill>
                  <a:srgbClr val="000000"/>
                </a:solidFill>
                <a:latin typeface="Arial Black"/>
                <a:ea typeface="Arial Black"/>
                <a:cs typeface="Arial Black"/>
                <a:sym typeface="Arial Black"/>
              </a:defRPr>
            </a:lvl1pPr>
            <a:lvl2pPr marR="0" lvl="1" algn="ctr" rtl="0">
              <a:spcBef>
                <a:spcPts val="0"/>
              </a:spcBef>
              <a:spcAft>
                <a:spcPts val="0"/>
              </a:spcAft>
              <a:buSzPts val="1400"/>
              <a:buNone/>
              <a:defRPr sz="9400" b="0" i="0" u="none" strike="noStrike" cap="none">
                <a:solidFill>
                  <a:srgbClr val="000000"/>
                </a:solidFill>
                <a:latin typeface="Arial Black"/>
                <a:ea typeface="Arial Black"/>
                <a:cs typeface="Arial Black"/>
                <a:sym typeface="Arial Black"/>
              </a:defRPr>
            </a:lvl2pPr>
            <a:lvl3pPr marR="0" lvl="2" algn="ctr" rtl="0">
              <a:spcBef>
                <a:spcPts val="0"/>
              </a:spcBef>
              <a:spcAft>
                <a:spcPts val="0"/>
              </a:spcAft>
              <a:buSzPts val="1400"/>
              <a:buNone/>
              <a:defRPr sz="9400" b="0" i="0" u="none" strike="noStrike" cap="none">
                <a:solidFill>
                  <a:srgbClr val="000000"/>
                </a:solidFill>
                <a:latin typeface="Arial Black"/>
                <a:ea typeface="Arial Black"/>
                <a:cs typeface="Arial Black"/>
                <a:sym typeface="Arial Black"/>
              </a:defRPr>
            </a:lvl3pPr>
            <a:lvl4pPr marR="0" lvl="3" algn="ctr" rtl="0">
              <a:spcBef>
                <a:spcPts val="0"/>
              </a:spcBef>
              <a:spcAft>
                <a:spcPts val="0"/>
              </a:spcAft>
              <a:buSzPts val="1400"/>
              <a:buNone/>
              <a:defRPr sz="9400" b="0" i="0" u="none" strike="noStrike" cap="none">
                <a:solidFill>
                  <a:srgbClr val="000000"/>
                </a:solidFill>
                <a:latin typeface="Arial Black"/>
                <a:ea typeface="Arial Black"/>
                <a:cs typeface="Arial Black"/>
                <a:sym typeface="Arial Black"/>
              </a:defRPr>
            </a:lvl4pPr>
            <a:lvl5pPr marR="0" lvl="4" algn="ctr" rtl="0">
              <a:spcBef>
                <a:spcPts val="0"/>
              </a:spcBef>
              <a:spcAft>
                <a:spcPts val="0"/>
              </a:spcAft>
              <a:buSzPts val="1400"/>
              <a:buNone/>
              <a:defRPr sz="9400" b="0" i="0" u="none" strike="noStrike" cap="none">
                <a:solidFill>
                  <a:srgbClr val="000000"/>
                </a:solidFill>
                <a:latin typeface="Arial Black"/>
                <a:ea typeface="Arial Black"/>
                <a:cs typeface="Arial Black"/>
                <a:sym typeface="Arial Black"/>
              </a:defRPr>
            </a:lvl5pPr>
            <a:lvl6pPr marR="0" lvl="5" algn="ctr" rtl="0">
              <a:spcBef>
                <a:spcPts val="0"/>
              </a:spcBef>
              <a:spcAft>
                <a:spcPts val="0"/>
              </a:spcAft>
              <a:buSzPts val="1400"/>
              <a:buNone/>
              <a:defRPr sz="9405" b="0" i="0" u="none" strike="noStrike" cap="none">
                <a:solidFill>
                  <a:srgbClr val="000000"/>
                </a:solidFill>
                <a:latin typeface="Arial Black"/>
                <a:ea typeface="Arial Black"/>
                <a:cs typeface="Arial Black"/>
                <a:sym typeface="Arial Black"/>
              </a:defRPr>
            </a:lvl6pPr>
            <a:lvl7pPr marR="0" lvl="6" algn="ctr" rtl="0">
              <a:spcBef>
                <a:spcPts val="0"/>
              </a:spcBef>
              <a:spcAft>
                <a:spcPts val="0"/>
              </a:spcAft>
              <a:buSzPts val="1400"/>
              <a:buNone/>
              <a:defRPr sz="9405" b="0" i="0" u="none" strike="noStrike" cap="none">
                <a:solidFill>
                  <a:srgbClr val="000000"/>
                </a:solidFill>
                <a:latin typeface="Arial Black"/>
                <a:ea typeface="Arial Black"/>
                <a:cs typeface="Arial Black"/>
                <a:sym typeface="Arial Black"/>
              </a:defRPr>
            </a:lvl7pPr>
            <a:lvl8pPr marR="0" lvl="7" algn="ctr" rtl="0">
              <a:spcBef>
                <a:spcPts val="0"/>
              </a:spcBef>
              <a:spcAft>
                <a:spcPts val="0"/>
              </a:spcAft>
              <a:buSzPts val="1400"/>
              <a:buNone/>
              <a:defRPr sz="9405" b="0" i="0" u="none" strike="noStrike" cap="none">
                <a:solidFill>
                  <a:srgbClr val="000000"/>
                </a:solidFill>
                <a:latin typeface="Arial Black"/>
                <a:ea typeface="Arial Black"/>
                <a:cs typeface="Arial Black"/>
                <a:sym typeface="Arial Black"/>
              </a:defRPr>
            </a:lvl8pPr>
            <a:lvl9pPr marR="0" lvl="8" algn="ctr" rtl="0">
              <a:spcBef>
                <a:spcPts val="0"/>
              </a:spcBef>
              <a:spcAft>
                <a:spcPts val="0"/>
              </a:spcAft>
              <a:buSzPts val="1400"/>
              <a:buNone/>
              <a:defRPr sz="9405" b="0" i="0" u="none" strike="noStrike" cap="none">
                <a:solidFill>
                  <a:srgbClr val="000000"/>
                </a:solidFill>
                <a:latin typeface="Arial Black"/>
                <a:ea typeface="Arial Black"/>
                <a:cs typeface="Arial Black"/>
                <a:sym typeface="Arial Black"/>
              </a:defRPr>
            </a:lvl9pPr>
          </a:lstStyle>
          <a:p>
            <a:endParaRPr/>
          </a:p>
        </p:txBody>
      </p:sp>
      <p:sp>
        <p:nvSpPr>
          <p:cNvPr id="140" name="Google Shape;140;p26"/>
          <p:cNvSpPr txBox="1">
            <a:spLocks noGrp="1"/>
          </p:cNvSpPr>
          <p:nvPr>
            <p:ph type="body" idx="1"/>
          </p:nvPr>
        </p:nvSpPr>
        <p:spPr>
          <a:xfrm>
            <a:off x="398463" y="6165850"/>
            <a:ext cx="24212550" cy="29043313"/>
          </a:xfrm>
          <a:prstGeom prst="rect">
            <a:avLst/>
          </a:prstGeom>
          <a:noFill/>
          <a:ln>
            <a:noFill/>
          </a:ln>
        </p:spPr>
        <p:txBody>
          <a:bodyPr spcFirstLastPara="1" wrap="square" lIns="456475" tIns="456475" rIns="456475" bIns="456475" anchor="t" anchorCtr="0">
            <a:noAutofit/>
          </a:bodyPr>
          <a:lstStyle>
            <a:lvl1pPr marL="457200" marR="0" lvl="0" indent="-228600" algn="l" rtl="0">
              <a:spcBef>
                <a:spcPts val="788"/>
              </a:spcBef>
              <a:spcAft>
                <a:spcPts val="0"/>
              </a:spcAft>
              <a:buSzPts val="1400"/>
              <a:buNone/>
              <a:defRPr sz="3100" b="0" i="0" u="none" strike="noStrike" cap="none">
                <a:solidFill>
                  <a:srgbClr val="000000"/>
                </a:solidFill>
                <a:latin typeface="Arial"/>
                <a:ea typeface="Arial"/>
                <a:cs typeface="Arial"/>
                <a:sym typeface="Arial"/>
              </a:defRPr>
            </a:lvl1pPr>
            <a:lvl2pPr marL="914400" marR="0" lvl="1" indent="-228600" algn="l" rtl="0">
              <a:spcBef>
                <a:spcPts val="788"/>
              </a:spcBef>
              <a:spcAft>
                <a:spcPts val="0"/>
              </a:spcAft>
              <a:buSzPts val="1400"/>
              <a:buNone/>
              <a:defRPr sz="3100" b="0" i="0" u="none" strike="noStrike" cap="none">
                <a:solidFill>
                  <a:srgbClr val="000000"/>
                </a:solidFill>
                <a:latin typeface="Arial"/>
                <a:ea typeface="Arial"/>
                <a:cs typeface="Arial"/>
                <a:sym typeface="Arial"/>
              </a:defRPr>
            </a:lvl2pPr>
            <a:lvl3pPr marL="1371600" marR="0" lvl="2" indent="-228600" algn="l" rtl="0">
              <a:spcBef>
                <a:spcPts val="650"/>
              </a:spcBef>
              <a:spcAft>
                <a:spcPts val="0"/>
              </a:spcAft>
              <a:buSzPts val="1400"/>
              <a:buNone/>
              <a:defRPr sz="2600" b="0" i="0" u="none" strike="noStrike" cap="none">
                <a:solidFill>
                  <a:srgbClr val="000000"/>
                </a:solidFill>
                <a:latin typeface="Arial"/>
                <a:ea typeface="Arial"/>
                <a:cs typeface="Arial"/>
                <a:sym typeface="Arial"/>
              </a:defRPr>
            </a:lvl3pPr>
            <a:lvl4pPr marL="1828800" marR="0" lvl="3" indent="-228600" algn="l" rtl="0">
              <a:spcBef>
                <a:spcPts val="525"/>
              </a:spcBef>
              <a:spcAft>
                <a:spcPts val="0"/>
              </a:spcAft>
              <a:buSzPts val="1400"/>
              <a:buNone/>
              <a:defRPr sz="2000" b="0" i="0" u="none" strike="noStrike" cap="none">
                <a:solidFill>
                  <a:srgbClr val="000000"/>
                </a:solidFill>
                <a:latin typeface="Arial"/>
                <a:ea typeface="Arial"/>
                <a:cs typeface="Arial"/>
                <a:sym typeface="Arial"/>
              </a:defRPr>
            </a:lvl4pPr>
            <a:lvl5pPr marL="2286000" marR="0" lvl="4" indent="-228600" algn="l" rtl="0">
              <a:spcBef>
                <a:spcPts val="525"/>
              </a:spcBef>
              <a:spcAft>
                <a:spcPts val="0"/>
              </a:spcAft>
              <a:buSzPts val="1400"/>
              <a:buNone/>
              <a:defRPr sz="2000" b="0" i="0" u="none" strike="noStrike" cap="none">
                <a:solidFill>
                  <a:srgbClr val="000000"/>
                </a:solidFill>
                <a:latin typeface="Arial"/>
                <a:ea typeface="Arial"/>
                <a:cs typeface="Arial"/>
                <a:sym typeface="Arial"/>
              </a:defRPr>
            </a:lvl5pPr>
            <a:lvl6pPr marL="2743200" marR="0" lvl="5" indent="-353568" algn="l" rtl="0">
              <a:lnSpc>
                <a:spcPct val="90000"/>
              </a:lnSpc>
              <a:spcBef>
                <a:spcPts val="547"/>
              </a:spcBef>
              <a:spcAft>
                <a:spcPts val="0"/>
              </a:spcAft>
              <a:buClr>
                <a:schemeClr val="dk1"/>
              </a:buClr>
              <a:buSzPts val="1968"/>
              <a:buFont typeface="Arial"/>
              <a:buChar char="•"/>
              <a:defRPr sz="1968" b="0" i="0" u="none" strike="noStrike" cap="none">
                <a:solidFill>
                  <a:schemeClr val="dk1"/>
                </a:solidFill>
                <a:latin typeface="Arial"/>
                <a:ea typeface="Arial"/>
                <a:cs typeface="Arial"/>
                <a:sym typeface="Arial"/>
              </a:defRPr>
            </a:lvl6pPr>
            <a:lvl7pPr marL="3200400" marR="0" lvl="6" indent="-353568" algn="l" rtl="0">
              <a:lnSpc>
                <a:spcPct val="90000"/>
              </a:lnSpc>
              <a:spcBef>
                <a:spcPts val="547"/>
              </a:spcBef>
              <a:spcAft>
                <a:spcPts val="0"/>
              </a:spcAft>
              <a:buClr>
                <a:schemeClr val="dk1"/>
              </a:buClr>
              <a:buSzPts val="1968"/>
              <a:buFont typeface="Arial"/>
              <a:buChar char="•"/>
              <a:defRPr sz="1968" b="0" i="0" u="none" strike="noStrike" cap="none">
                <a:solidFill>
                  <a:schemeClr val="dk1"/>
                </a:solidFill>
                <a:latin typeface="Arial"/>
                <a:ea typeface="Arial"/>
                <a:cs typeface="Arial"/>
                <a:sym typeface="Arial"/>
              </a:defRPr>
            </a:lvl7pPr>
            <a:lvl8pPr marL="3657600" marR="0" lvl="7" indent="-353568" algn="l" rtl="0">
              <a:lnSpc>
                <a:spcPct val="90000"/>
              </a:lnSpc>
              <a:spcBef>
                <a:spcPts val="547"/>
              </a:spcBef>
              <a:spcAft>
                <a:spcPts val="0"/>
              </a:spcAft>
              <a:buClr>
                <a:schemeClr val="dk1"/>
              </a:buClr>
              <a:buSzPts val="1968"/>
              <a:buFont typeface="Arial"/>
              <a:buChar char="•"/>
              <a:defRPr sz="1968" b="0" i="0" u="none" strike="noStrike" cap="none">
                <a:solidFill>
                  <a:schemeClr val="dk1"/>
                </a:solidFill>
                <a:latin typeface="Arial"/>
                <a:ea typeface="Arial"/>
                <a:cs typeface="Arial"/>
                <a:sym typeface="Arial"/>
              </a:defRPr>
            </a:lvl8pPr>
            <a:lvl9pPr marL="4114800" marR="0" lvl="8" indent="-353568" algn="l" rtl="0">
              <a:lnSpc>
                <a:spcPct val="90000"/>
              </a:lnSpc>
              <a:spcBef>
                <a:spcPts val="547"/>
              </a:spcBef>
              <a:spcAft>
                <a:spcPts val="0"/>
              </a:spcAft>
              <a:buClr>
                <a:schemeClr val="dk1"/>
              </a:buClr>
              <a:buSzPts val="1968"/>
              <a:buFont typeface="Arial"/>
              <a:buChar char="•"/>
              <a:defRPr sz="1968" b="0" i="0" u="none" strike="noStrike" cap="none">
                <a:solidFill>
                  <a:schemeClr val="dk1"/>
                </a:solidFill>
                <a:latin typeface="Arial"/>
                <a:ea typeface="Arial"/>
                <a:cs typeface="Arial"/>
                <a:sym typeface="Arial"/>
              </a:defRPr>
            </a:lvl9pPr>
          </a:lstStyle>
          <a:p>
            <a:endParaRPr/>
          </a:p>
        </p:txBody>
      </p:sp>
      <p:sp>
        <p:nvSpPr>
          <p:cNvPr id="141" name="Google Shape;141;p26"/>
          <p:cNvSpPr/>
          <p:nvPr/>
        </p:nvSpPr>
        <p:spPr>
          <a:xfrm>
            <a:off x="0" y="0"/>
            <a:ext cx="25192038" cy="35999738"/>
          </a:xfrm>
          <a:prstGeom prst="rect">
            <a:avLst/>
          </a:prstGeom>
          <a:noFill/>
          <a:ln w="9525" cap="sq"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en.wikipedia.org/wiki/Unified_Modeling_Language" TargetMode="External"/><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CECFF"/>
        </a:solidFill>
        <a:effectLst/>
      </p:bgPr>
    </p:bg>
    <p:spTree>
      <p:nvGrpSpPr>
        <p:cNvPr id="1" name="Shape 184"/>
        <p:cNvGrpSpPr/>
        <p:nvPr/>
      </p:nvGrpSpPr>
      <p:grpSpPr>
        <a:xfrm>
          <a:off x="0" y="0"/>
          <a:ext cx="0" cy="0"/>
          <a:chOff x="0" y="0"/>
          <a:chExt cx="0" cy="0"/>
        </a:xfrm>
      </p:grpSpPr>
      <p:sp>
        <p:nvSpPr>
          <p:cNvPr id="185" name="Google Shape;185;p1"/>
          <p:cNvSpPr/>
          <p:nvPr/>
        </p:nvSpPr>
        <p:spPr>
          <a:xfrm>
            <a:off x="0" y="4508710"/>
            <a:ext cx="25211088" cy="3888423"/>
          </a:xfrm>
          <a:prstGeom prst="rect">
            <a:avLst/>
          </a:prstGeom>
          <a:solidFill>
            <a:srgbClr val="0099CC"/>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
        <p:nvSpPr>
          <p:cNvPr id="186" name="Google Shape;186;p1"/>
          <p:cNvSpPr/>
          <p:nvPr/>
        </p:nvSpPr>
        <p:spPr>
          <a:xfrm>
            <a:off x="0" y="4939622"/>
            <a:ext cx="25165050" cy="1642232"/>
          </a:xfrm>
          <a:prstGeom prst="rect">
            <a:avLst/>
          </a:prstGeom>
          <a:solidFill>
            <a:srgbClr val="0099CC"/>
          </a:solidFill>
          <a:ln>
            <a:noFill/>
          </a:ln>
        </p:spPr>
        <p:txBody>
          <a:bodyPr spcFirstLastPara="1" wrap="square" lIns="99600" tIns="51175" rIns="99600" bIns="51175" anchor="t" anchorCtr="0">
            <a:spAutoFit/>
          </a:bodyPr>
          <a:lstStyle/>
          <a:p>
            <a:pPr lvl="0" algn="ctr">
              <a:buClr>
                <a:schemeClr val="lt1"/>
              </a:buClr>
              <a:buSzPts val="4800"/>
            </a:pPr>
            <a:r>
              <a:rPr lang="tr-TR" sz="4800" dirty="0"/>
              <a:t>MODA ÜRÜNLERİ İÇİN GÖRSEL ARAMA VE KOMBİN ÖNERİ SİSTEMİ</a:t>
            </a:r>
            <a:br>
              <a:rPr lang="tr-TR" sz="5200" b="1" i="1" u="none" strike="noStrike" cap="none" dirty="0">
                <a:solidFill>
                  <a:srgbClr val="FFFFFF"/>
                </a:solidFill>
                <a:latin typeface="Arial"/>
                <a:ea typeface="Arial"/>
                <a:cs typeface="Arial"/>
                <a:sym typeface="Arial"/>
              </a:rPr>
            </a:br>
            <a:r>
              <a:rPr lang="tr-TR" sz="5200" b="1" i="1" dirty="0">
                <a:solidFill>
                  <a:srgbClr val="FFFFFF"/>
                </a:solidFill>
              </a:rPr>
              <a:t>Talha Demirel</a:t>
            </a:r>
            <a:r>
              <a:rPr lang="tr-TR" sz="5200" b="0" i="1" u="none" strike="noStrike" cap="none" dirty="0">
                <a:solidFill>
                  <a:srgbClr val="FFFFFF"/>
                </a:solidFill>
                <a:latin typeface="Arial"/>
                <a:ea typeface="Arial"/>
                <a:cs typeface="Arial"/>
                <a:sym typeface="Arial"/>
              </a:rPr>
              <a:t>, talhademirel@stu.topkapi.edu.tr</a:t>
            </a:r>
            <a:endParaRPr dirty="0"/>
          </a:p>
        </p:txBody>
      </p:sp>
      <p:sp>
        <p:nvSpPr>
          <p:cNvPr id="187" name="Google Shape;187;p1"/>
          <p:cNvSpPr txBox="1"/>
          <p:nvPr/>
        </p:nvSpPr>
        <p:spPr>
          <a:xfrm>
            <a:off x="498475" y="8669447"/>
            <a:ext cx="11928475" cy="501650"/>
          </a:xfrm>
          <a:prstGeom prst="rect">
            <a:avLst/>
          </a:prstGeom>
          <a:solidFill>
            <a:srgbClr val="0099CC"/>
          </a:solidFill>
          <a:ln>
            <a:noFill/>
          </a:ln>
        </p:spPr>
        <p:txBody>
          <a:bodyPr spcFirstLastPara="1" wrap="square" lIns="70300" tIns="35125" rIns="70300" bIns="35125" anchor="t" anchorCtr="0">
            <a:spAutoFit/>
          </a:bodyPr>
          <a:lstStyle/>
          <a:p>
            <a:pPr marL="0" marR="0" lvl="0" indent="0" algn="ctr" rtl="0">
              <a:spcBef>
                <a:spcPts val="0"/>
              </a:spcBef>
              <a:spcAft>
                <a:spcPts val="0"/>
              </a:spcAft>
              <a:buNone/>
            </a:pPr>
            <a:r>
              <a:rPr lang="tr-TR" sz="2800" b="1" i="0" u="none" strike="noStrike" cap="none">
                <a:solidFill>
                  <a:srgbClr val="F8F8F8"/>
                </a:solidFill>
                <a:latin typeface="Arial Narrow"/>
                <a:ea typeface="Arial Narrow"/>
                <a:cs typeface="Arial Narrow"/>
                <a:sym typeface="Arial Narrow"/>
              </a:rPr>
              <a:t>ÖZET</a:t>
            </a:r>
            <a:endParaRPr sz="2800" b="1" i="0" u="none" strike="noStrike" cap="none">
              <a:solidFill>
                <a:srgbClr val="F8F8F8"/>
              </a:solidFill>
              <a:latin typeface="Arial Narrow"/>
              <a:ea typeface="Arial Narrow"/>
              <a:cs typeface="Arial Narrow"/>
              <a:sym typeface="Arial Narrow"/>
            </a:endParaRPr>
          </a:p>
        </p:txBody>
      </p:sp>
      <p:sp>
        <p:nvSpPr>
          <p:cNvPr id="188" name="Google Shape;188;p1"/>
          <p:cNvSpPr txBox="1"/>
          <p:nvPr/>
        </p:nvSpPr>
        <p:spPr>
          <a:xfrm>
            <a:off x="12734925" y="8669447"/>
            <a:ext cx="11928475" cy="501650"/>
          </a:xfrm>
          <a:prstGeom prst="rect">
            <a:avLst/>
          </a:prstGeom>
          <a:solidFill>
            <a:srgbClr val="0099CC"/>
          </a:solidFill>
          <a:ln>
            <a:noFill/>
          </a:ln>
        </p:spPr>
        <p:txBody>
          <a:bodyPr spcFirstLastPara="1" wrap="square" lIns="70300" tIns="35125" rIns="70300" bIns="35125" anchor="t" anchorCtr="0">
            <a:spAutoFit/>
          </a:bodyPr>
          <a:lstStyle/>
          <a:p>
            <a:pPr marL="0" marR="0" lvl="0" indent="0" algn="ctr" rtl="0">
              <a:spcBef>
                <a:spcPts val="0"/>
              </a:spcBef>
              <a:spcAft>
                <a:spcPts val="0"/>
              </a:spcAft>
              <a:buNone/>
            </a:pPr>
            <a:r>
              <a:rPr lang="tr-TR" sz="2800" b="1" i="0" u="none" strike="noStrike" cap="none">
                <a:solidFill>
                  <a:srgbClr val="F8F8F8"/>
                </a:solidFill>
                <a:latin typeface="Arial Narrow"/>
                <a:ea typeface="Arial Narrow"/>
                <a:cs typeface="Arial Narrow"/>
                <a:sym typeface="Arial Narrow"/>
              </a:rPr>
              <a:t>IV. ÖNERİLEN YÖNTEM</a:t>
            </a:r>
            <a:endParaRPr sz="2800" b="1" i="0" u="none" strike="noStrike" cap="none">
              <a:solidFill>
                <a:srgbClr val="F8F8F8"/>
              </a:solidFill>
              <a:latin typeface="Arial Narrow"/>
              <a:ea typeface="Arial Narrow"/>
              <a:cs typeface="Arial Narrow"/>
              <a:sym typeface="Arial Narrow"/>
            </a:endParaRPr>
          </a:p>
        </p:txBody>
      </p:sp>
      <p:sp>
        <p:nvSpPr>
          <p:cNvPr id="189" name="Google Shape;189;p1"/>
          <p:cNvSpPr txBox="1"/>
          <p:nvPr/>
        </p:nvSpPr>
        <p:spPr>
          <a:xfrm>
            <a:off x="498475" y="14412437"/>
            <a:ext cx="11928475" cy="501650"/>
          </a:xfrm>
          <a:prstGeom prst="rect">
            <a:avLst/>
          </a:prstGeom>
          <a:solidFill>
            <a:srgbClr val="0099CC"/>
          </a:solidFill>
          <a:ln>
            <a:noFill/>
          </a:ln>
        </p:spPr>
        <p:txBody>
          <a:bodyPr spcFirstLastPara="1" wrap="square" lIns="70300" tIns="35125" rIns="70300" bIns="35125" anchor="t" anchorCtr="0">
            <a:spAutoFit/>
          </a:bodyPr>
          <a:lstStyle/>
          <a:p>
            <a:pPr marL="0" marR="0" lvl="0" indent="0" algn="ctr" rtl="0">
              <a:spcBef>
                <a:spcPts val="0"/>
              </a:spcBef>
              <a:spcAft>
                <a:spcPts val="0"/>
              </a:spcAft>
              <a:buNone/>
            </a:pPr>
            <a:r>
              <a:rPr lang="tr-TR" sz="2800" b="1" i="0" u="none" strike="noStrike" cap="none">
                <a:solidFill>
                  <a:srgbClr val="F8F8F8"/>
                </a:solidFill>
                <a:latin typeface="Arial Narrow"/>
                <a:ea typeface="Arial Narrow"/>
                <a:cs typeface="Arial Narrow"/>
                <a:sym typeface="Arial Narrow"/>
              </a:rPr>
              <a:t>I. GİRİŞ</a:t>
            </a:r>
            <a:endParaRPr/>
          </a:p>
        </p:txBody>
      </p:sp>
      <p:sp>
        <p:nvSpPr>
          <p:cNvPr id="190" name="Google Shape;190;p1"/>
          <p:cNvSpPr txBox="1"/>
          <p:nvPr/>
        </p:nvSpPr>
        <p:spPr>
          <a:xfrm>
            <a:off x="498276" y="9247326"/>
            <a:ext cx="11928474" cy="3785611"/>
          </a:xfrm>
          <a:prstGeom prst="rect">
            <a:avLst/>
          </a:prstGeom>
          <a:solidFill>
            <a:srgbClr val="CCCCCC"/>
          </a:solidFill>
          <a:ln w="9525" cap="flat" cmpd="sng">
            <a:solidFill>
              <a:schemeClr val="accent5"/>
            </a:solidFill>
            <a:prstDash val="solid"/>
            <a:miter lim="8000"/>
            <a:headEnd type="none" w="sm" len="sm"/>
            <a:tailEnd type="none" w="sm" len="sm"/>
          </a:ln>
        </p:spPr>
        <p:txBody>
          <a:bodyPr spcFirstLastPara="1" wrap="square" lIns="91425" tIns="45700" rIns="91425" bIns="45700" anchor="t" anchorCtr="0">
            <a:spAutoFit/>
          </a:bodyPr>
          <a:lstStyle/>
          <a:p>
            <a:pPr lvl="0" algn="just"/>
            <a:r>
              <a:rPr lang="tr-TR" sz="2400" dirty="0"/>
              <a:t> </a:t>
            </a:r>
            <a:r>
              <a:rPr lang="tr-TR" sz="2400" dirty="0">
                <a:latin typeface="Times New Roman" panose="02020603050405020304" pitchFamily="18" charset="0"/>
                <a:cs typeface="Times New Roman" panose="02020603050405020304" pitchFamily="18" charset="0"/>
              </a:rPr>
              <a:t>Bu çalışmada, e-ticaret platformlarındaki metin tabanlı arama kısıtlarını aşmak amacıyla "Moda Ürünleri için Görsel Arama ve Öneri Sistemi" geliştirilmiştir. Projenin amacı, yüklenen bir giyim görselini analiz ederek en benzer ürünleri listelemek ve stilistik açıdan tamamlayıcı kombinler sunmaktır. Yöntem olarak, ResNet50 mimarisiyle görsellerden 2048 boyutlu vektörler çıkarılmış ve Kosinüs Benzerliği ile yakınlıkları ölçülmüştür. Öneri motorunda ise derin öğrenme çıktılarını cinsiyet, zıt kategori, tarz ve renk kurallarıyla harmanlayan bir Sezgisel Puanlama Fonksiyonu kurgulanmıştır. Canlı prototip testlerinde; %98,34 Top-5 İsabet Oranı, %91,73 Ortalama Hassasiyet ve 175,3 </a:t>
            </a:r>
            <a:r>
              <a:rPr lang="tr-TR" sz="2400" dirty="0" err="1">
                <a:latin typeface="Times New Roman" panose="02020603050405020304" pitchFamily="18" charset="0"/>
                <a:cs typeface="Times New Roman" panose="02020603050405020304" pitchFamily="18" charset="0"/>
              </a:rPr>
              <a:t>ms</a:t>
            </a:r>
            <a:r>
              <a:rPr lang="tr-TR" sz="2400" dirty="0">
                <a:latin typeface="Times New Roman" panose="02020603050405020304" pitchFamily="18" charset="0"/>
                <a:cs typeface="Times New Roman" panose="02020603050405020304" pitchFamily="18" charset="0"/>
              </a:rPr>
              <a:t> ortalama sistem tepki süresi elde edilmiştir. Bulgular, sistemin gerçek zamanlı e-ticaret senaryolarında yüksek doğruluk ve hızla çalışabileceğini göstermektedir.</a:t>
            </a:r>
            <a:endParaRPr sz="22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191" name="Google Shape;191;p1"/>
          <p:cNvSpPr txBox="1"/>
          <p:nvPr/>
        </p:nvSpPr>
        <p:spPr>
          <a:xfrm>
            <a:off x="485253" y="15016274"/>
            <a:ext cx="11928476" cy="3416279"/>
          </a:xfrm>
          <a:prstGeom prst="rect">
            <a:avLst/>
          </a:prstGeom>
          <a:solidFill>
            <a:srgbClr val="CCCCCC"/>
          </a:solidFill>
          <a:ln w="9525" cap="flat" cmpd="sng">
            <a:solidFill>
              <a:schemeClr val="accent5"/>
            </a:solidFill>
            <a:prstDash val="solid"/>
            <a:miter lim="8000"/>
            <a:headEnd type="none" w="sm" len="sm"/>
            <a:tailEnd type="none" w="sm" len="sm"/>
          </a:ln>
        </p:spPr>
        <p:txBody>
          <a:bodyPr spcFirstLastPara="1" wrap="square" lIns="91425" tIns="45700" rIns="91425" bIns="45700" anchor="t" anchorCtr="0">
            <a:spAutoFit/>
          </a:bodyPr>
          <a:lstStyle/>
          <a:p>
            <a:pPr lvl="0" algn="just"/>
            <a:r>
              <a:rPr lang="tr-TR" sz="2400" dirty="0">
                <a:latin typeface="Times New Roman" panose="02020603050405020304" pitchFamily="18" charset="0"/>
                <a:cs typeface="Times New Roman" panose="02020603050405020304" pitchFamily="18" charset="0"/>
              </a:rPr>
              <a:t>Günümüz e-ticaret platformlarında ürün aramalarının çoğunlukla metin tabanlı kelimelere dayanması, kullanıcıların beğendikleri bir kıyafetin adını veya teknik özelliklerini bilmedikleri durumlarda doğru alternatiflere ulaşmasını zorlaştırmakta ve platformlar açısından ciddi satış kayıplarına yol açmaktadır. Bu çalışmada, söz konusu problemi çözmek ve görsel özellikleri doğrudan merkeze almak amacıyla moda ürünlerine yönelik yenilikçi bir arama ve öneri yaklaşımı ele alınmıştır. Projenin temel amacı ve kapsamı; kullanıcıların sisteme yüklediği giyim fotoğraflarını anlık analiz ederek en benzer ürünleri saniyeler içinde listeleyen, aynı zamanda stilistik bütünlüğü koruyarak kullanıcıya akıllı kombin önerileri sunabilen modüler ve katmanlı hibrit bir sistem mimarisi ortaya koymaktır.</a:t>
            </a:r>
            <a:endParaRPr dirty="0">
              <a:latin typeface="Times New Roman" panose="02020603050405020304" pitchFamily="18" charset="0"/>
              <a:cs typeface="Times New Roman" panose="02020603050405020304" pitchFamily="18" charset="0"/>
            </a:endParaRPr>
          </a:p>
        </p:txBody>
      </p:sp>
      <p:sp>
        <p:nvSpPr>
          <p:cNvPr id="192" name="Google Shape;192;p1"/>
          <p:cNvSpPr txBox="1"/>
          <p:nvPr/>
        </p:nvSpPr>
        <p:spPr>
          <a:xfrm>
            <a:off x="498476" y="20592157"/>
            <a:ext cx="11928274" cy="501864"/>
          </a:xfrm>
          <a:prstGeom prst="rect">
            <a:avLst/>
          </a:prstGeom>
          <a:solidFill>
            <a:srgbClr val="0099CC"/>
          </a:solidFill>
          <a:ln>
            <a:noFill/>
          </a:ln>
        </p:spPr>
        <p:txBody>
          <a:bodyPr spcFirstLastPara="1" wrap="square" lIns="70300" tIns="35125" rIns="70300" bIns="35125" anchor="t" anchorCtr="0">
            <a:spAutoFit/>
          </a:bodyPr>
          <a:lstStyle/>
          <a:p>
            <a:pPr marL="0" marR="0" lvl="0" indent="0" algn="ctr" rtl="0">
              <a:spcBef>
                <a:spcPts val="0"/>
              </a:spcBef>
              <a:spcAft>
                <a:spcPts val="0"/>
              </a:spcAft>
              <a:buNone/>
            </a:pPr>
            <a:r>
              <a:rPr lang="tr-TR" sz="2800" b="1" i="0" u="none" strike="noStrike" cap="none">
                <a:solidFill>
                  <a:srgbClr val="F8F8F8"/>
                </a:solidFill>
                <a:latin typeface="Arial Narrow"/>
                <a:ea typeface="Arial Narrow"/>
                <a:cs typeface="Arial Narrow"/>
                <a:sym typeface="Arial Narrow"/>
              </a:rPr>
              <a:t>II. LİTERATÜR ARAŞTIRMASI</a:t>
            </a:r>
            <a:endParaRPr/>
          </a:p>
        </p:txBody>
      </p:sp>
      <p:sp>
        <p:nvSpPr>
          <p:cNvPr id="193" name="Google Shape;193;p1"/>
          <p:cNvSpPr txBox="1"/>
          <p:nvPr/>
        </p:nvSpPr>
        <p:spPr>
          <a:xfrm>
            <a:off x="510172" y="21177660"/>
            <a:ext cx="11928275" cy="9294812"/>
          </a:xfrm>
          <a:prstGeom prst="rect">
            <a:avLst/>
          </a:prstGeom>
          <a:solidFill>
            <a:srgbClr val="CCCCCC"/>
          </a:solidFill>
          <a:ln w="9525" cap="flat" cmpd="sng">
            <a:solidFill>
              <a:schemeClr val="accent5"/>
            </a:solidFill>
            <a:prstDash val="solid"/>
            <a:miter lim="8000"/>
            <a:headEnd type="none" w="sm" len="sm"/>
            <a:tailEnd type="none" w="sm" len="sm"/>
          </a:ln>
        </p:spPr>
        <p:txBody>
          <a:bodyPr spcFirstLastPara="1" wrap="square" lIns="91425" tIns="45700" rIns="91425" bIns="45700" anchor="t" anchorCtr="0">
            <a:spAutoFit/>
          </a:bodyPr>
          <a:lstStyle/>
          <a:p>
            <a:pPr marL="342900" marR="0" lvl="0" indent="-196850" algn="just" rtl="0">
              <a:spcBef>
                <a:spcPts val="0"/>
              </a:spcBef>
              <a:spcAft>
                <a:spcPts val="0"/>
              </a:spcAft>
              <a:buClr>
                <a:schemeClr val="dk1"/>
              </a:buClr>
              <a:buSzPts val="2300"/>
              <a:buFont typeface="Arial"/>
              <a:buNone/>
            </a:pPr>
            <a:endParaRPr sz="2300" b="0" i="0" u="none" strike="noStrike" cap="none" dirty="0">
              <a:solidFill>
                <a:schemeClr val="dk1"/>
              </a:solidFill>
              <a:latin typeface="Times New Roman"/>
              <a:ea typeface="Times New Roman"/>
              <a:cs typeface="Times New Roman"/>
              <a:sym typeface="Times New Roman"/>
            </a:endParaRPr>
          </a:p>
          <a:p>
            <a:pPr marL="1085850" marR="0" lvl="1" indent="-342900" algn="just" rtl="0">
              <a:spcBef>
                <a:spcPts val="0"/>
              </a:spcBef>
              <a:spcAft>
                <a:spcPts val="0"/>
              </a:spcAft>
              <a:buClr>
                <a:schemeClr val="lt1"/>
              </a:buClr>
              <a:buSzPts val="2300"/>
              <a:buFont typeface="Arial"/>
              <a:buChar char="•"/>
            </a:pPr>
            <a:r>
              <a:rPr lang="tr-TR" sz="2300" dirty="0">
                <a:solidFill>
                  <a:schemeClr val="lt1"/>
                </a:solidFill>
                <a:latin typeface="Times New Roman"/>
                <a:cs typeface="Times New Roman"/>
                <a:sym typeface="Times New Roman"/>
              </a:rPr>
              <a:t>CNN ve ResNet50 mimarisi</a:t>
            </a:r>
            <a:endParaRPr dirty="0"/>
          </a:p>
          <a:p>
            <a:pPr marL="1085850" marR="0" lvl="1" indent="-342900" algn="just" rtl="0">
              <a:spcBef>
                <a:spcPts val="0"/>
              </a:spcBef>
              <a:spcAft>
                <a:spcPts val="0"/>
              </a:spcAft>
              <a:buClr>
                <a:schemeClr val="dk1"/>
              </a:buClr>
              <a:buSzPts val="2300"/>
              <a:buFont typeface="Arial"/>
              <a:buChar char="•"/>
            </a:pPr>
            <a:endParaRPr lang="tr-TR" sz="2300" dirty="0">
              <a:solidFill>
                <a:schemeClr val="dk1"/>
              </a:solidFill>
              <a:latin typeface="Times New Roman"/>
              <a:cs typeface="Times New Roman"/>
              <a:sym typeface="Times New Roman"/>
            </a:endParaRPr>
          </a:p>
          <a:p>
            <a:pPr marL="1085850" marR="0" lvl="1" indent="-342900" algn="just" rtl="0">
              <a:spcBef>
                <a:spcPts val="0"/>
              </a:spcBef>
              <a:spcAft>
                <a:spcPts val="0"/>
              </a:spcAft>
              <a:buClr>
                <a:schemeClr val="dk1"/>
              </a:buClr>
              <a:buSzPts val="2300"/>
              <a:buFont typeface="Arial"/>
              <a:buChar char="•"/>
            </a:pPr>
            <a:r>
              <a:rPr lang="tr-TR" sz="2300" dirty="0">
                <a:solidFill>
                  <a:schemeClr val="dk1"/>
                </a:solidFill>
                <a:latin typeface="Times New Roman"/>
                <a:cs typeface="Times New Roman"/>
                <a:sym typeface="Times New Roman"/>
              </a:rPr>
              <a:t>Transfer Learning</a:t>
            </a:r>
            <a:endParaRPr dirty="0"/>
          </a:p>
          <a:p>
            <a:pPr marL="1085850" marR="0" lvl="1" indent="-342900" algn="just" rtl="0">
              <a:spcBef>
                <a:spcPts val="0"/>
              </a:spcBef>
              <a:spcAft>
                <a:spcPts val="0"/>
              </a:spcAft>
              <a:buClr>
                <a:schemeClr val="dk1"/>
              </a:buClr>
              <a:buSzPts val="2300"/>
              <a:buFont typeface="Arial"/>
              <a:buChar char="•"/>
            </a:pPr>
            <a:endParaRPr lang="tr-TR" sz="2300" dirty="0">
              <a:solidFill>
                <a:schemeClr val="dk1"/>
              </a:solidFill>
              <a:latin typeface="Times New Roman"/>
              <a:cs typeface="Times New Roman"/>
              <a:sym typeface="Times New Roman"/>
            </a:endParaRPr>
          </a:p>
          <a:p>
            <a:pPr marL="1085850" marR="0" lvl="1" indent="-342900" algn="just" rtl="0">
              <a:spcBef>
                <a:spcPts val="0"/>
              </a:spcBef>
              <a:spcAft>
                <a:spcPts val="0"/>
              </a:spcAft>
              <a:buClr>
                <a:schemeClr val="dk1"/>
              </a:buClr>
              <a:buSzPts val="2300"/>
              <a:buFont typeface="Arial"/>
              <a:buChar char="•"/>
            </a:pPr>
            <a:r>
              <a:rPr lang="tr-TR" sz="2300" dirty="0" err="1">
                <a:solidFill>
                  <a:schemeClr val="dk1"/>
                </a:solidFill>
                <a:latin typeface="Times New Roman"/>
                <a:cs typeface="Times New Roman"/>
                <a:sym typeface="Times New Roman"/>
              </a:rPr>
              <a:t>Feature</a:t>
            </a:r>
            <a:r>
              <a:rPr lang="tr-TR" sz="2300" dirty="0">
                <a:solidFill>
                  <a:schemeClr val="dk1"/>
                </a:solidFill>
                <a:latin typeface="Times New Roman"/>
                <a:cs typeface="Times New Roman"/>
                <a:sym typeface="Times New Roman"/>
              </a:rPr>
              <a:t> </a:t>
            </a:r>
            <a:r>
              <a:rPr lang="tr-TR" sz="2300" dirty="0" err="1">
                <a:solidFill>
                  <a:schemeClr val="dk1"/>
                </a:solidFill>
                <a:latin typeface="Times New Roman"/>
                <a:cs typeface="Times New Roman"/>
                <a:sym typeface="Times New Roman"/>
              </a:rPr>
              <a:t>Extraction</a:t>
            </a:r>
            <a:endParaRPr dirty="0"/>
          </a:p>
          <a:p>
            <a:pPr marL="1085850" marR="0" lvl="1" indent="-342900" algn="just" rtl="0">
              <a:spcBef>
                <a:spcPts val="0"/>
              </a:spcBef>
              <a:spcAft>
                <a:spcPts val="0"/>
              </a:spcAft>
              <a:buClr>
                <a:schemeClr val="dk1"/>
              </a:buClr>
              <a:buSzPts val="2300"/>
              <a:buFont typeface="Arial"/>
              <a:buChar char="•"/>
            </a:pPr>
            <a:endParaRPr lang="tr-TR" sz="2300" dirty="0">
              <a:solidFill>
                <a:schemeClr val="dk1"/>
              </a:solidFill>
              <a:latin typeface="Times New Roman"/>
              <a:cs typeface="Times New Roman"/>
              <a:sym typeface="Times New Roman"/>
            </a:endParaRPr>
          </a:p>
          <a:p>
            <a:pPr marL="1085850" marR="0" lvl="1" indent="-342900" algn="just" rtl="0">
              <a:spcBef>
                <a:spcPts val="0"/>
              </a:spcBef>
              <a:spcAft>
                <a:spcPts val="0"/>
              </a:spcAft>
              <a:buClr>
                <a:schemeClr val="dk1"/>
              </a:buClr>
              <a:buSzPts val="2300"/>
              <a:buFont typeface="Arial"/>
              <a:buChar char="•"/>
            </a:pPr>
            <a:r>
              <a:rPr lang="tr-TR" sz="2300" dirty="0">
                <a:solidFill>
                  <a:schemeClr val="dk1"/>
                </a:solidFill>
                <a:latin typeface="Times New Roman"/>
                <a:cs typeface="Times New Roman"/>
                <a:sym typeface="Times New Roman"/>
              </a:rPr>
              <a:t>Kosinüs Benzerliği</a:t>
            </a:r>
          </a:p>
          <a:p>
            <a:pPr marL="1085850" marR="0" lvl="1" indent="-342900" algn="just" rtl="0">
              <a:spcBef>
                <a:spcPts val="0"/>
              </a:spcBef>
              <a:spcAft>
                <a:spcPts val="0"/>
              </a:spcAft>
              <a:buClr>
                <a:schemeClr val="dk1"/>
              </a:buClr>
              <a:buSzPts val="2300"/>
              <a:buFont typeface="Arial"/>
              <a:buChar char="•"/>
            </a:pPr>
            <a:endParaRPr lang="tr-TR" sz="2300" dirty="0">
              <a:solidFill>
                <a:schemeClr val="dk1"/>
              </a:solidFill>
              <a:latin typeface="Times New Roman"/>
              <a:cs typeface="Times New Roman"/>
              <a:sym typeface="Times New Roman"/>
            </a:endParaRPr>
          </a:p>
          <a:p>
            <a:pPr marL="1085850" marR="0" lvl="1" indent="-342900" algn="just" rtl="0">
              <a:spcBef>
                <a:spcPts val="0"/>
              </a:spcBef>
              <a:spcAft>
                <a:spcPts val="0"/>
              </a:spcAft>
              <a:buClr>
                <a:schemeClr val="dk1"/>
              </a:buClr>
              <a:buSzPts val="2300"/>
              <a:buFont typeface="Arial"/>
              <a:buChar char="•"/>
            </a:pPr>
            <a:r>
              <a:rPr lang="tr-TR" sz="2300" dirty="0" err="1">
                <a:solidFill>
                  <a:schemeClr val="dk1"/>
                </a:solidFill>
                <a:latin typeface="Times New Roman"/>
                <a:cs typeface="Times New Roman"/>
                <a:sym typeface="Times New Roman"/>
              </a:rPr>
              <a:t>FastAPI</a:t>
            </a:r>
            <a:r>
              <a:rPr lang="tr-TR" sz="2300" dirty="0">
                <a:solidFill>
                  <a:schemeClr val="dk1"/>
                </a:solidFill>
                <a:latin typeface="Times New Roman"/>
                <a:cs typeface="Times New Roman"/>
                <a:sym typeface="Times New Roman"/>
              </a:rPr>
              <a:t> ve Rest API mimarisi</a:t>
            </a:r>
            <a:endParaRPr dirty="0"/>
          </a:p>
          <a:p>
            <a:pPr marL="1085850" marR="0" lvl="1" indent="-342900" algn="just" rtl="0">
              <a:spcBef>
                <a:spcPts val="0"/>
              </a:spcBef>
              <a:spcAft>
                <a:spcPts val="0"/>
              </a:spcAft>
              <a:buClr>
                <a:schemeClr val="dk1"/>
              </a:buClr>
              <a:buSzPts val="2300"/>
              <a:buFont typeface="Arial"/>
              <a:buChar char="•"/>
            </a:pPr>
            <a:endParaRPr sz="2300" b="0" i="0" u="none" strike="noStrike" cap="none" dirty="0">
              <a:solidFill>
                <a:schemeClr val="lt1"/>
              </a:solidFill>
              <a:latin typeface="Times New Roman"/>
              <a:ea typeface="Times New Roman"/>
              <a:cs typeface="Times New Roman"/>
              <a:sym typeface="Times New Roman"/>
            </a:endParaRPr>
          </a:p>
          <a:p>
            <a:pPr marL="1085850" marR="0" lvl="1" indent="-342900" algn="just" rtl="0">
              <a:spcBef>
                <a:spcPts val="0"/>
              </a:spcBef>
              <a:spcAft>
                <a:spcPts val="0"/>
              </a:spcAft>
              <a:buClr>
                <a:schemeClr val="dk1"/>
              </a:buClr>
              <a:buSzPts val="2300"/>
              <a:buFont typeface="Arial"/>
              <a:buChar char="•"/>
            </a:pPr>
            <a:endParaRPr sz="2300" b="0" i="0" u="none" strike="noStrike" cap="none" dirty="0">
              <a:solidFill>
                <a:schemeClr val="lt1"/>
              </a:solidFill>
              <a:latin typeface="Times New Roman"/>
              <a:ea typeface="Times New Roman"/>
              <a:cs typeface="Times New Roman"/>
              <a:sym typeface="Times New Roman"/>
            </a:endParaRPr>
          </a:p>
          <a:p>
            <a:pPr marL="1085850" marR="0" lvl="1" indent="-342900" algn="just" rtl="0">
              <a:spcBef>
                <a:spcPts val="0"/>
              </a:spcBef>
              <a:spcAft>
                <a:spcPts val="0"/>
              </a:spcAft>
              <a:buClr>
                <a:schemeClr val="dk1"/>
              </a:buClr>
              <a:buSzPts val="2300"/>
              <a:buFont typeface="Arial"/>
              <a:buChar char="•"/>
            </a:pPr>
            <a:endParaRPr sz="2300" b="0" i="0" u="none" strike="noStrike" cap="none" dirty="0">
              <a:solidFill>
                <a:schemeClr val="lt1"/>
              </a:solidFill>
              <a:latin typeface="Times New Roman"/>
              <a:ea typeface="Times New Roman"/>
              <a:cs typeface="Times New Roman"/>
              <a:sym typeface="Times New Roman"/>
            </a:endParaRPr>
          </a:p>
          <a:p>
            <a:pPr marL="1085850" marR="0" lvl="1" indent="-342900" algn="just" rtl="0">
              <a:spcBef>
                <a:spcPts val="0"/>
              </a:spcBef>
              <a:spcAft>
                <a:spcPts val="0"/>
              </a:spcAft>
              <a:buClr>
                <a:schemeClr val="dk1"/>
              </a:buClr>
              <a:buSzPts val="2300"/>
              <a:buFont typeface="Arial"/>
              <a:buChar char="•"/>
            </a:pPr>
            <a:endParaRPr sz="2300" b="0" i="0" u="none" strike="noStrike" cap="none" dirty="0">
              <a:solidFill>
                <a:schemeClr val="lt1"/>
              </a:solidFill>
              <a:latin typeface="Times New Roman"/>
              <a:ea typeface="Times New Roman"/>
              <a:cs typeface="Times New Roman"/>
              <a:sym typeface="Times New Roman"/>
            </a:endParaRPr>
          </a:p>
          <a:p>
            <a:pPr marL="1085850" marR="0" lvl="1" indent="-196850" algn="just" rtl="0">
              <a:spcBef>
                <a:spcPts val="0"/>
              </a:spcBef>
              <a:spcAft>
                <a:spcPts val="0"/>
              </a:spcAft>
              <a:buClr>
                <a:schemeClr val="dk1"/>
              </a:buClr>
              <a:buSzPts val="2300"/>
              <a:buFont typeface="Arial"/>
              <a:buNone/>
            </a:pPr>
            <a:endParaRPr sz="2300" b="0" i="0" u="none" strike="noStrike" cap="none"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300" b="0" i="0" u="none" strike="noStrike" cap="none"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300" b="0" i="0" u="none" strike="noStrike" cap="none"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300" b="0" i="0" u="none" strike="noStrike" cap="none"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300" b="0" i="0" u="none" strike="noStrike" cap="none"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300" b="0" i="0" u="none" strike="noStrike" cap="none"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300" b="0" i="0" u="none" strike="noStrike" cap="none"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300" b="0" i="0" u="none" strike="noStrike" cap="none"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300" b="0" i="0" u="none" strike="noStrike" cap="none"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300" b="0" i="0" u="none" strike="noStrike" cap="none"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300" b="0" i="0" u="none" strike="noStrike" cap="none"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300" b="0" i="0" u="none" strike="noStrike" cap="none" dirty="0">
              <a:solidFill>
                <a:schemeClr val="dk1"/>
              </a:solidFill>
              <a:latin typeface="Times New Roman"/>
              <a:ea typeface="Times New Roman"/>
              <a:cs typeface="Times New Roman"/>
              <a:sym typeface="Times New Roman"/>
            </a:endParaRPr>
          </a:p>
        </p:txBody>
      </p:sp>
      <p:sp>
        <p:nvSpPr>
          <p:cNvPr id="194" name="Google Shape;194;p1"/>
          <p:cNvSpPr txBox="1"/>
          <p:nvPr/>
        </p:nvSpPr>
        <p:spPr>
          <a:xfrm>
            <a:off x="498475" y="28613616"/>
            <a:ext cx="11928475" cy="501650"/>
          </a:xfrm>
          <a:prstGeom prst="rect">
            <a:avLst/>
          </a:prstGeom>
          <a:solidFill>
            <a:srgbClr val="0099CC"/>
          </a:solidFill>
          <a:ln>
            <a:noFill/>
          </a:ln>
        </p:spPr>
        <p:txBody>
          <a:bodyPr spcFirstLastPara="1" wrap="square" lIns="70300" tIns="35125" rIns="70300" bIns="35125" anchor="t" anchorCtr="0">
            <a:spAutoFit/>
          </a:bodyPr>
          <a:lstStyle/>
          <a:p>
            <a:pPr marL="0" marR="0" lvl="0" indent="0" algn="ctr" rtl="0">
              <a:spcBef>
                <a:spcPts val="0"/>
              </a:spcBef>
              <a:spcAft>
                <a:spcPts val="0"/>
              </a:spcAft>
              <a:buNone/>
            </a:pPr>
            <a:r>
              <a:rPr lang="tr-TR" sz="2800" b="1" i="0" u="none" strike="noStrike" cap="none">
                <a:solidFill>
                  <a:srgbClr val="F8F8F8"/>
                </a:solidFill>
                <a:latin typeface="Arial Narrow"/>
                <a:ea typeface="Arial Narrow"/>
                <a:cs typeface="Arial Narrow"/>
                <a:sym typeface="Arial Narrow"/>
              </a:rPr>
              <a:t>III. KULLANILAN TEKNİK VE YÖNTEMLER</a:t>
            </a:r>
            <a:endParaRPr/>
          </a:p>
        </p:txBody>
      </p:sp>
      <p:sp>
        <p:nvSpPr>
          <p:cNvPr id="195" name="Google Shape;195;p1"/>
          <p:cNvSpPr txBox="1"/>
          <p:nvPr/>
        </p:nvSpPr>
        <p:spPr>
          <a:xfrm>
            <a:off x="510172" y="29375799"/>
            <a:ext cx="11903558" cy="6032380"/>
          </a:xfrm>
          <a:prstGeom prst="rect">
            <a:avLst/>
          </a:prstGeom>
          <a:solidFill>
            <a:srgbClr val="CCCCCC"/>
          </a:solidFill>
          <a:ln w="9525" cap="flat" cmpd="sng">
            <a:solidFill>
              <a:schemeClr val="accent5"/>
            </a:solidFill>
            <a:prstDash val="solid"/>
            <a:miter lim="8000"/>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endParaRPr sz="2300" b="0" i="0" u="none" strike="noStrike" cap="none" dirty="0">
              <a:solidFill>
                <a:schemeClr val="lt1"/>
              </a:solidFill>
              <a:latin typeface="Times New Roman" panose="02020603050405020304" pitchFamily="18" charset="0"/>
              <a:ea typeface="Times New Roman"/>
              <a:cs typeface="Times New Roman" panose="02020603050405020304" pitchFamily="18" charset="0"/>
              <a:sym typeface="Times New Roman"/>
            </a:endParaRPr>
          </a:p>
          <a:p>
            <a:r>
              <a:rPr lang="tr-TR" sz="2000" b="1" dirty="0">
                <a:latin typeface="Times New Roman" panose="02020603050405020304" pitchFamily="18" charset="0"/>
                <a:cs typeface="Times New Roman" panose="02020603050405020304" pitchFamily="18" charset="0"/>
              </a:rPr>
              <a:t>Derin Öğrenme Tabanlı Öznitelik Çıkarma:</a:t>
            </a:r>
            <a:r>
              <a:rPr lang="tr-TR" sz="2000" dirty="0">
                <a:latin typeface="Times New Roman" panose="02020603050405020304" pitchFamily="18" charset="0"/>
                <a:cs typeface="Times New Roman" panose="02020603050405020304" pitchFamily="18" charset="0"/>
              </a:rPr>
              <a:t> </a:t>
            </a:r>
            <a:r>
              <a:rPr lang="tr-TR" sz="2000" dirty="0" err="1">
                <a:latin typeface="Times New Roman" panose="02020603050405020304" pitchFamily="18" charset="0"/>
                <a:cs typeface="Times New Roman" panose="02020603050405020304" pitchFamily="18" charset="0"/>
              </a:rPr>
              <a:t>PyTorch</a:t>
            </a:r>
            <a:r>
              <a:rPr lang="tr-TR" sz="2000" dirty="0">
                <a:latin typeface="Times New Roman" panose="02020603050405020304" pitchFamily="18" charset="0"/>
                <a:cs typeface="Times New Roman" panose="02020603050405020304" pitchFamily="18" charset="0"/>
              </a:rPr>
              <a:t> kütüphanesi ve </a:t>
            </a:r>
            <a:r>
              <a:rPr lang="tr-TR" sz="2000" dirty="0" err="1">
                <a:latin typeface="Times New Roman" panose="02020603050405020304" pitchFamily="18" charset="0"/>
                <a:cs typeface="Times New Roman" panose="02020603050405020304" pitchFamily="18" charset="0"/>
              </a:rPr>
              <a:t>ImageNet</a:t>
            </a:r>
            <a:r>
              <a:rPr lang="tr-TR" sz="2000" dirty="0">
                <a:latin typeface="Times New Roman" panose="02020603050405020304" pitchFamily="18" charset="0"/>
                <a:cs typeface="Times New Roman" panose="02020603050405020304" pitchFamily="18" charset="0"/>
              </a:rPr>
              <a:t> ile önceden eğitilmiş ResNet50 mimarisi kullanılarak görseller 2048 boyutlu anlamsal özellik vektörlerine (</a:t>
            </a:r>
            <a:r>
              <a:rPr lang="tr-TR" sz="2000" dirty="0" err="1">
                <a:latin typeface="Times New Roman" panose="02020603050405020304" pitchFamily="18" charset="0"/>
                <a:cs typeface="Times New Roman" panose="02020603050405020304" pitchFamily="18" charset="0"/>
              </a:rPr>
              <a:t>embedding</a:t>
            </a:r>
            <a:r>
              <a:rPr lang="tr-TR" sz="2000" dirty="0">
                <a:latin typeface="Times New Roman" panose="02020603050405020304" pitchFamily="18" charset="0"/>
                <a:cs typeface="Times New Roman" panose="02020603050405020304" pitchFamily="18" charset="0"/>
              </a:rPr>
              <a:t>) dönüştürülmüştür. </a:t>
            </a:r>
          </a:p>
          <a:p>
            <a:endParaRPr lang="tr-TR" sz="2000" b="1" dirty="0">
              <a:latin typeface="Times New Roman" panose="02020603050405020304" pitchFamily="18" charset="0"/>
              <a:cs typeface="Times New Roman" panose="02020603050405020304" pitchFamily="18" charset="0"/>
            </a:endParaRPr>
          </a:p>
          <a:p>
            <a:r>
              <a:rPr lang="tr-TR" sz="2000" b="1" dirty="0">
                <a:latin typeface="Times New Roman" panose="02020603050405020304" pitchFamily="18" charset="0"/>
                <a:cs typeface="Times New Roman" panose="02020603050405020304" pitchFamily="18" charset="0"/>
              </a:rPr>
              <a:t>Kosinüs Benzerliği Analizi:</a:t>
            </a:r>
            <a:r>
              <a:rPr lang="tr-TR" sz="2000" dirty="0">
                <a:latin typeface="Times New Roman" panose="02020603050405020304" pitchFamily="18" charset="0"/>
                <a:cs typeface="Times New Roman" panose="02020603050405020304" pitchFamily="18" charset="0"/>
              </a:rPr>
              <a:t> Çok boyutlu uzayda üretilen bu vektörlerin </a:t>
            </a:r>
            <a:r>
              <a:rPr lang="tr-TR" sz="2000" dirty="0" err="1">
                <a:latin typeface="Times New Roman" panose="02020603050405020304" pitchFamily="18" charset="0"/>
                <a:cs typeface="Times New Roman" panose="02020603050405020304" pitchFamily="18" charset="0"/>
              </a:rPr>
              <a:t>doğrultusal</a:t>
            </a:r>
            <a:r>
              <a:rPr lang="tr-TR" sz="2000" dirty="0">
                <a:latin typeface="Times New Roman" panose="02020603050405020304" pitchFamily="18" charset="0"/>
                <a:cs typeface="Times New Roman" panose="02020603050405020304" pitchFamily="18" charset="0"/>
              </a:rPr>
              <a:t> yakınlığını ve anlamsal benzerliğini ölçmek için </a:t>
            </a:r>
            <a:r>
              <a:rPr lang="tr-TR" sz="2000" dirty="0" err="1">
                <a:latin typeface="Times New Roman" panose="02020603050405020304" pitchFamily="18" charset="0"/>
                <a:cs typeface="Times New Roman" panose="02020603050405020304" pitchFamily="18" charset="0"/>
              </a:rPr>
              <a:t>Scikit-Learn</a:t>
            </a:r>
            <a:r>
              <a:rPr lang="tr-TR" sz="2000" dirty="0">
                <a:latin typeface="Times New Roman" panose="02020603050405020304" pitchFamily="18" charset="0"/>
                <a:cs typeface="Times New Roman" panose="02020603050405020304" pitchFamily="18" charset="0"/>
              </a:rPr>
              <a:t> tabanlı kosinüs benzerliği metriği koşturulmuştur. </a:t>
            </a:r>
          </a:p>
          <a:p>
            <a:endParaRPr lang="tr-TR" sz="2000" b="1" dirty="0">
              <a:latin typeface="Times New Roman" panose="02020603050405020304" pitchFamily="18" charset="0"/>
              <a:cs typeface="Times New Roman" panose="02020603050405020304" pitchFamily="18" charset="0"/>
            </a:endParaRPr>
          </a:p>
          <a:p>
            <a:r>
              <a:rPr lang="tr-TR" sz="2000" b="1" dirty="0">
                <a:latin typeface="Times New Roman" panose="02020603050405020304" pitchFamily="18" charset="0"/>
                <a:cs typeface="Times New Roman" panose="02020603050405020304" pitchFamily="18" charset="0"/>
              </a:rPr>
              <a:t>Asenkron Web Servis Mimarisi (</a:t>
            </a:r>
            <a:r>
              <a:rPr lang="tr-TR" sz="2000" b="1" dirty="0" err="1">
                <a:latin typeface="Times New Roman" panose="02020603050405020304" pitchFamily="18" charset="0"/>
                <a:cs typeface="Times New Roman" panose="02020603050405020304" pitchFamily="18" charset="0"/>
              </a:rPr>
              <a:t>Backend</a:t>
            </a:r>
            <a:r>
              <a:rPr lang="tr-TR" sz="2000" b="1" dirty="0">
                <a:latin typeface="Times New Roman" panose="02020603050405020304" pitchFamily="18" charset="0"/>
                <a:cs typeface="Times New Roman" panose="02020603050405020304" pitchFamily="18" charset="0"/>
              </a:rPr>
              <a:t>):</a:t>
            </a:r>
            <a:r>
              <a:rPr lang="tr-TR" sz="2000" dirty="0">
                <a:latin typeface="Times New Roman" panose="02020603050405020304" pitchFamily="18" charset="0"/>
                <a:cs typeface="Times New Roman" panose="02020603050405020304" pitchFamily="18" charset="0"/>
              </a:rPr>
              <a:t> Geliştirilen yapay zekâ motorunu istemci katmanına yüksek performanslı, asenkron ve REST API prensiplerine uygun şekilde sunmak amacıyla </a:t>
            </a:r>
            <a:r>
              <a:rPr lang="tr-TR" sz="2000" dirty="0" err="1">
                <a:latin typeface="Times New Roman" panose="02020603050405020304" pitchFamily="18" charset="0"/>
                <a:cs typeface="Times New Roman" panose="02020603050405020304" pitchFamily="18" charset="0"/>
              </a:rPr>
              <a:t>FastAPI</a:t>
            </a:r>
            <a:r>
              <a:rPr lang="tr-TR" sz="2000" dirty="0">
                <a:latin typeface="Times New Roman" panose="02020603050405020304" pitchFamily="18" charset="0"/>
                <a:cs typeface="Times New Roman" panose="02020603050405020304" pitchFamily="18" charset="0"/>
              </a:rPr>
              <a:t> </a:t>
            </a:r>
            <a:r>
              <a:rPr lang="tr-TR" sz="2000" dirty="0" err="1">
                <a:latin typeface="Times New Roman" panose="02020603050405020304" pitchFamily="18" charset="0"/>
                <a:cs typeface="Times New Roman" panose="02020603050405020304" pitchFamily="18" charset="0"/>
              </a:rPr>
              <a:t>framework'ü</a:t>
            </a:r>
            <a:r>
              <a:rPr lang="tr-TR" sz="2000" dirty="0">
                <a:latin typeface="Times New Roman" panose="02020603050405020304" pitchFamily="18" charset="0"/>
                <a:cs typeface="Times New Roman" panose="02020603050405020304" pitchFamily="18" charset="0"/>
              </a:rPr>
              <a:t> tercih edilmiştir. </a:t>
            </a:r>
          </a:p>
          <a:p>
            <a:endParaRPr sz="20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lvl="0"/>
            <a:r>
              <a:rPr lang="tr-TR" sz="2000" dirty="0">
                <a:latin typeface="Times New Roman" panose="02020603050405020304" pitchFamily="18" charset="0"/>
                <a:cs typeface="Times New Roman" panose="02020603050405020304" pitchFamily="18" charset="0"/>
              </a:rPr>
              <a:t>Sistem, girdi olarak alınan ham e-ticaret moda veri setindeki görselleri 224 x 224 boyutuna normalize ederek öznitelik çıkarma hattına besler. Ağır harici </a:t>
            </a:r>
            <a:r>
              <a:rPr lang="tr-TR" sz="2000" dirty="0" err="1">
                <a:latin typeface="Times New Roman" panose="02020603050405020304" pitchFamily="18" charset="0"/>
                <a:cs typeface="Times New Roman" panose="02020603050405020304" pitchFamily="18" charset="0"/>
              </a:rPr>
              <a:t>veritabanı</a:t>
            </a:r>
            <a:r>
              <a:rPr lang="tr-TR" sz="2000" dirty="0">
                <a:latin typeface="Times New Roman" panose="02020603050405020304" pitchFamily="18" charset="0"/>
                <a:cs typeface="Times New Roman" panose="02020603050405020304" pitchFamily="18" charset="0"/>
              </a:rPr>
              <a:t> sorgu maliyetlerinden kaçınmak amacıyla tüm öznitelik ve metadata sözlükleri sunucu başlangıcında doğrudan RAM üzerine yüklenir. </a:t>
            </a:r>
          </a:p>
          <a:p>
            <a:pPr lvl="0"/>
            <a:endParaRPr lang="tr-TR" sz="2000" dirty="0">
              <a:latin typeface="Times New Roman" panose="02020603050405020304" pitchFamily="18" charset="0"/>
              <a:cs typeface="Times New Roman" panose="02020603050405020304" pitchFamily="18" charset="0"/>
            </a:endParaRPr>
          </a:p>
          <a:p>
            <a:pPr lvl="0"/>
            <a:r>
              <a:rPr lang="tr-TR" sz="2000" dirty="0">
                <a:latin typeface="Times New Roman" panose="02020603050405020304" pitchFamily="18" charset="0"/>
                <a:cs typeface="Times New Roman" panose="02020603050405020304" pitchFamily="18" charset="0"/>
              </a:rPr>
              <a:t>Kullanıcı arayüzünden gelen anlık sorgular bu bellek içi matrislerle kosinüs çarpımına sokulur; ardından kural tabanlı çok kriterli filtreler ve renk</a:t>
            </a:r>
          </a:p>
          <a:p>
            <a:pPr lvl="0"/>
            <a:r>
              <a:rPr lang="tr-TR" sz="2000" dirty="0">
                <a:latin typeface="Times New Roman" panose="02020603050405020304" pitchFamily="18" charset="0"/>
                <a:cs typeface="Times New Roman" panose="02020603050405020304" pitchFamily="18" charset="0"/>
              </a:rPr>
              <a:t>uyumu sezgisel fonksiyonu  çalıştırılarak en yüksek skora sahip tamamlayıcı kombin sonuçları istemciye iletilir. </a:t>
            </a:r>
            <a:endParaRPr sz="2000" b="0" i="0" u="none" strike="noStrike" cap="none" dirty="0">
              <a:solidFill>
                <a:srgbClr val="37415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spcBef>
                <a:spcPts val="0"/>
              </a:spcBef>
              <a:spcAft>
                <a:spcPts val="0"/>
              </a:spcAft>
              <a:buNone/>
            </a:pPr>
            <a:endParaRPr sz="2300" b="0" i="0" u="none" strike="noStrike" cap="none" dirty="0">
              <a:solidFill>
                <a:schemeClr val="dk1"/>
              </a:solidFill>
              <a:latin typeface="Times New Roman"/>
              <a:ea typeface="Times New Roman"/>
              <a:cs typeface="Times New Roman"/>
              <a:sym typeface="Times New Roman"/>
            </a:endParaRPr>
          </a:p>
        </p:txBody>
      </p:sp>
      <p:sp>
        <p:nvSpPr>
          <p:cNvPr id="196" name="Google Shape;196;p1"/>
          <p:cNvSpPr txBox="1"/>
          <p:nvPr/>
        </p:nvSpPr>
        <p:spPr>
          <a:xfrm>
            <a:off x="12661468" y="9318486"/>
            <a:ext cx="12002138" cy="7401986"/>
          </a:xfrm>
          <a:prstGeom prst="rect">
            <a:avLst/>
          </a:prstGeom>
          <a:solidFill>
            <a:srgbClr val="CCCCCC"/>
          </a:solidFill>
          <a:ln w="9525" cap="flat" cmpd="sng">
            <a:solidFill>
              <a:schemeClr val="accent5"/>
            </a:solidFill>
            <a:prstDash val="solid"/>
            <a:miter lim="8000"/>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2300" b="0" i="0" u="none" strike="noStrike" cap="none" dirty="0">
                <a:solidFill>
                  <a:schemeClr val="dk1"/>
                </a:solidFill>
                <a:latin typeface="Times New Roman"/>
                <a:ea typeface="Times New Roman"/>
                <a:cs typeface="Times New Roman"/>
                <a:sym typeface="Times New Roman"/>
              </a:rPr>
              <a:t>	</a:t>
            </a:r>
            <a:endParaRPr dirty="0"/>
          </a:p>
          <a:p>
            <a:pPr lvl="0" algn="just"/>
            <a:r>
              <a:rPr lang="tr-TR" sz="2400" dirty="0">
                <a:latin typeface="Times New Roman" panose="02020603050405020304" pitchFamily="18" charset="0"/>
                <a:cs typeface="Times New Roman" panose="02020603050405020304" pitchFamily="18" charset="0"/>
              </a:rPr>
              <a:t>Önerilen sistem mimarisi, derin öğrenme tabanlı bir öznitelik çıkarıcı motor ile kural ve renk tabanlı karar mekanizmalarını harmanlayan hibrit bir yapıya sahiptir. Sistem çalışmaya başladığında, öncelikle tüm ürünlerin öznitelik vektörleri ve metadata sözlükleri doğrudan RAM üzerine yüklenerek bellek içi (</a:t>
            </a:r>
            <a:r>
              <a:rPr lang="tr-TR" sz="2400" dirty="0" err="1">
                <a:latin typeface="Times New Roman" panose="02020603050405020304" pitchFamily="18" charset="0"/>
                <a:cs typeface="Times New Roman" panose="02020603050405020304" pitchFamily="18" charset="0"/>
              </a:rPr>
              <a:t>In</a:t>
            </a:r>
            <a:r>
              <a:rPr lang="tr-TR" sz="2400" dirty="0">
                <a:latin typeface="Times New Roman" panose="02020603050405020304" pitchFamily="18" charset="0"/>
                <a:cs typeface="Times New Roman" panose="02020603050405020304" pitchFamily="18" charset="0"/>
              </a:rPr>
              <a:t>-Memory) işleme hattı aktif hale getirilir. Kullanıcı arayüzünden yeni bir görsel yüklendiğinde, </a:t>
            </a:r>
            <a:r>
              <a:rPr lang="tr-TR" sz="2400" dirty="0" err="1">
                <a:latin typeface="Times New Roman" panose="02020603050405020304" pitchFamily="18" charset="0"/>
                <a:cs typeface="Times New Roman" panose="02020603050405020304" pitchFamily="18" charset="0"/>
              </a:rPr>
              <a:t>FastAPI</a:t>
            </a:r>
            <a:r>
              <a:rPr lang="tr-TR" sz="2400" dirty="0">
                <a:latin typeface="Times New Roman" panose="02020603050405020304" pitchFamily="18" charset="0"/>
                <a:cs typeface="Times New Roman" panose="02020603050405020304" pitchFamily="18" charset="0"/>
              </a:rPr>
              <a:t> </a:t>
            </a:r>
            <a:r>
              <a:rPr lang="tr-TR" sz="2400" dirty="0" err="1">
                <a:latin typeface="Times New Roman" panose="02020603050405020304" pitchFamily="18" charset="0"/>
                <a:cs typeface="Times New Roman" panose="02020603050405020304" pitchFamily="18" charset="0"/>
              </a:rPr>
              <a:t>backend</a:t>
            </a:r>
            <a:r>
              <a:rPr lang="tr-TR" sz="2400" dirty="0">
                <a:latin typeface="Times New Roman" panose="02020603050405020304" pitchFamily="18" charset="0"/>
                <a:cs typeface="Times New Roman" panose="02020603050405020304" pitchFamily="18" charset="0"/>
              </a:rPr>
              <a:t> servisi bu veriyi anlık olarak işleyerek ResNet50 modeli aracılığıyla 2048 boyutlu bir sorgu vektörüne dönüştürür. Üretilen bu vektör, bellekteki hazır matris ile hızlıca Kosinüs Benzerliği çarpımına sokularak ham stilistik skorlar hesaplanır. Kombin önerisi üretilirken sistem; cinsiyet uyuşmazlığı, üst giyime alt giyim önerme gibi zıt kategori kısıtlaması ve kullanım tarzı (spor/klasik) süzgeçlerinden oluşan çok kriterli mantıksal bir filtreleme hattı çalıştırır. Filtreleri geçen aday ürünler</a:t>
            </a:r>
            <a:r>
              <a:rPr lang="tr-TR" sz="2400" b="1" dirty="0">
                <a:latin typeface="Times New Roman" panose="02020603050405020304" pitchFamily="18" charset="0"/>
                <a:cs typeface="Times New Roman" panose="02020603050405020304" pitchFamily="18" charset="0"/>
              </a:rPr>
              <a:t>, </a:t>
            </a:r>
            <a:r>
              <a:rPr lang="tr-TR" sz="2400" dirty="0">
                <a:latin typeface="Times New Roman" panose="02020603050405020304" pitchFamily="18" charset="0"/>
                <a:cs typeface="Times New Roman" panose="02020603050405020304" pitchFamily="18" charset="0"/>
              </a:rPr>
              <a:t>Sezgisel</a:t>
            </a:r>
            <a:r>
              <a:rPr lang="tr-TR" sz="2400" b="1" dirty="0">
                <a:latin typeface="Times New Roman" panose="02020603050405020304" pitchFamily="18" charset="0"/>
                <a:cs typeface="Times New Roman" panose="02020603050405020304" pitchFamily="18" charset="0"/>
              </a:rPr>
              <a:t> </a:t>
            </a:r>
            <a:r>
              <a:rPr lang="tr-TR" sz="2400" dirty="0">
                <a:latin typeface="Times New Roman" panose="02020603050405020304" pitchFamily="18" charset="0"/>
                <a:cs typeface="Times New Roman" panose="02020603050405020304" pitchFamily="18" charset="0"/>
              </a:rPr>
              <a:t>Puanlama Fonksiyonu  kullanılarak analize tabi tutulur; moda teorisine uygun renk kombinasyonlarına sahip parçalar ekstra ödül puanıyla yukarı taşınırken, tarz dışı parçalar katı ceza puanıyla elenir. Bu dinamik akışın sonunda hesaplanan en yüksek sezgisel skora sahip, birbiriyle çakışmayan farklı kategorilerdeki ilk 4 tamamlayıcı ürün seçilerek estetik kombin matrisi halinde kullanıcıya gerçek zamanlı olarak sunulur</a:t>
            </a:r>
            <a:endParaRPr sz="24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spcBef>
                <a:spcPts val="0"/>
              </a:spcBef>
              <a:spcAft>
                <a:spcPts val="0"/>
              </a:spcAft>
              <a:buNone/>
            </a:pPr>
            <a:endParaRPr sz="2300" b="0" i="0" u="none" strike="noStrike" cap="none"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300" b="0" i="0" u="none" strike="noStrike" cap="none"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300" b="0" i="0" u="none" strike="noStrike" cap="none"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300" b="0" i="0" u="none" strike="noStrike" cap="none" dirty="0">
              <a:solidFill>
                <a:schemeClr val="dk1"/>
              </a:solidFill>
              <a:latin typeface="Times New Roman"/>
              <a:ea typeface="Times New Roman"/>
              <a:cs typeface="Times New Roman"/>
              <a:sym typeface="Times New Roman"/>
            </a:endParaRPr>
          </a:p>
        </p:txBody>
      </p:sp>
      <p:sp>
        <p:nvSpPr>
          <p:cNvPr id="197" name="Google Shape;197;p1"/>
          <p:cNvSpPr txBox="1"/>
          <p:nvPr/>
        </p:nvSpPr>
        <p:spPr>
          <a:xfrm>
            <a:off x="12662583" y="16908688"/>
            <a:ext cx="11928475" cy="501650"/>
          </a:xfrm>
          <a:prstGeom prst="rect">
            <a:avLst/>
          </a:prstGeom>
          <a:solidFill>
            <a:srgbClr val="0099CC"/>
          </a:solidFill>
          <a:ln>
            <a:noFill/>
          </a:ln>
        </p:spPr>
        <p:txBody>
          <a:bodyPr spcFirstLastPara="1" wrap="square" lIns="70300" tIns="35125" rIns="70300" bIns="35125" anchor="t" anchorCtr="0">
            <a:spAutoFit/>
          </a:bodyPr>
          <a:lstStyle/>
          <a:p>
            <a:pPr marL="0" marR="0" lvl="0" indent="0" algn="ctr" rtl="0">
              <a:spcBef>
                <a:spcPts val="0"/>
              </a:spcBef>
              <a:spcAft>
                <a:spcPts val="0"/>
              </a:spcAft>
              <a:buNone/>
            </a:pPr>
            <a:r>
              <a:rPr lang="tr-TR" sz="2800" b="1" i="0" u="none" strike="noStrike" cap="none">
                <a:solidFill>
                  <a:srgbClr val="F8F8F8"/>
                </a:solidFill>
                <a:latin typeface="Arial Narrow"/>
                <a:ea typeface="Arial Narrow"/>
                <a:cs typeface="Arial Narrow"/>
                <a:sym typeface="Arial Narrow"/>
              </a:rPr>
              <a:t>V. DENEYSEL ÇALIŞMALAR</a:t>
            </a:r>
            <a:endParaRPr/>
          </a:p>
        </p:txBody>
      </p:sp>
      <p:sp>
        <p:nvSpPr>
          <p:cNvPr id="198" name="Google Shape;198;p1"/>
          <p:cNvSpPr txBox="1"/>
          <p:nvPr/>
        </p:nvSpPr>
        <p:spPr>
          <a:xfrm>
            <a:off x="12654109" y="17420261"/>
            <a:ext cx="12013906" cy="7848262"/>
          </a:xfrm>
          <a:prstGeom prst="rect">
            <a:avLst/>
          </a:prstGeom>
          <a:solidFill>
            <a:srgbClr val="CCCCCC"/>
          </a:solidFill>
          <a:ln w="9525" cap="flat" cmpd="sng">
            <a:solidFill>
              <a:schemeClr val="accent5"/>
            </a:solidFill>
            <a:prstDash val="solid"/>
            <a:miter lim="8000"/>
            <a:headEnd type="none" w="sm" len="sm"/>
            <a:tailEnd type="none" w="sm" len="sm"/>
          </a:ln>
        </p:spPr>
        <p:txBody>
          <a:bodyPr spcFirstLastPara="1" wrap="square" lIns="91425" tIns="45700" rIns="91425" bIns="45700" anchor="t" anchorCtr="0">
            <a:spAutoFit/>
          </a:bodyPr>
          <a:lstStyle/>
          <a:p>
            <a:pPr lvl="0" algn="just"/>
            <a:r>
              <a:rPr lang="tr-TR" sz="2400" dirty="0">
                <a:latin typeface="Times New Roman" panose="02020603050405020304" pitchFamily="18" charset="0"/>
                <a:cs typeface="Times New Roman" panose="02020603050405020304" pitchFamily="18" charset="0"/>
              </a:rPr>
              <a:t>Sistem performansı; anlamsal uzaydaki arama başarısı, sıralama kalitesi ve uçtan uca çalışma zamanı gecikmeleri dikkate alınarak test edilmiştir. Prototip aşamasında 5.000 adet ön işlemeden geçirilmiş moda ürünü üzerinden öznitelik çıkarımı gerçekleştirilmiş, tüm veri mimarisi yüksek istek hacimlerinde kararlı çalışacak şekilde optimize edilmiştir. Geliştirilen arama motorunun getirme ve alaka kalitesini ölçmek adına literatür standartlarına uygun olarak Top-K İsabet Oranı (Hit Rate) ve Ortalama Hassasiyet (</a:t>
            </a:r>
            <a:r>
              <a:rPr lang="tr-TR" sz="2400" dirty="0" err="1">
                <a:latin typeface="Times New Roman" panose="02020603050405020304" pitchFamily="18" charset="0"/>
                <a:cs typeface="Times New Roman" panose="02020603050405020304" pitchFamily="18" charset="0"/>
              </a:rPr>
              <a:t>Average</a:t>
            </a:r>
            <a:r>
              <a:rPr lang="tr-TR" sz="2400" dirty="0">
                <a:latin typeface="Times New Roman" panose="02020603050405020304" pitchFamily="18" charset="0"/>
                <a:cs typeface="Times New Roman" panose="02020603050405020304" pitchFamily="18" charset="0"/>
              </a:rPr>
              <a:t> Precision) metrikleri deneysel çalışmalarda temel başarım kriteri olarak belirlenmiştir.</a:t>
            </a:r>
            <a:endParaRPr sz="2400" dirty="0">
              <a:latin typeface="Times New Roman" panose="02020603050405020304" pitchFamily="18" charset="0"/>
              <a:cs typeface="Times New Roman" panose="02020603050405020304" pitchFamily="18" charset="0"/>
            </a:endParaRPr>
          </a:p>
          <a:p>
            <a:pPr marL="0" marR="0" lvl="0" indent="0" algn="just" rtl="0">
              <a:spcBef>
                <a:spcPts val="0"/>
              </a:spcBef>
              <a:spcAft>
                <a:spcPts val="0"/>
              </a:spcAft>
              <a:buNone/>
            </a:pPr>
            <a:r>
              <a:rPr lang="tr-TR" sz="2400" b="0" i="0" u="none" strike="noStrike" cap="none" dirty="0">
                <a:solidFill>
                  <a:schemeClr val="dk1"/>
                </a:solidFill>
                <a:latin typeface="Arial"/>
                <a:ea typeface="Arial"/>
                <a:cs typeface="Arial"/>
                <a:sym typeface="Arial"/>
              </a:rPr>
              <a:t>	</a:t>
            </a:r>
            <a:endParaRPr dirty="0"/>
          </a:p>
          <a:p>
            <a:pPr marL="0" marR="0" lvl="0" indent="0" algn="just" rtl="0">
              <a:spcBef>
                <a:spcPts val="0"/>
              </a:spcBef>
              <a:spcAft>
                <a:spcPts val="0"/>
              </a:spcAft>
              <a:buNone/>
            </a:pPr>
            <a:endParaRPr sz="2400" b="0" i="0" u="none" strike="noStrike" cap="none" dirty="0">
              <a:solidFill>
                <a:schemeClr val="dk1"/>
              </a:solidFill>
              <a:latin typeface="Arial"/>
              <a:ea typeface="Arial"/>
              <a:cs typeface="Arial"/>
              <a:sym typeface="Arial"/>
            </a:endParaRPr>
          </a:p>
          <a:p>
            <a:pPr marL="0" marR="0" lvl="0" indent="0" algn="just" rtl="0">
              <a:spcBef>
                <a:spcPts val="0"/>
              </a:spcBef>
              <a:spcAft>
                <a:spcPts val="0"/>
              </a:spcAft>
              <a:buNone/>
            </a:pPr>
            <a:endParaRPr sz="2400" b="0" i="0" u="none" strike="noStrike" cap="none" dirty="0">
              <a:solidFill>
                <a:schemeClr val="dk1"/>
              </a:solidFill>
              <a:latin typeface="Arial"/>
              <a:ea typeface="Arial"/>
              <a:cs typeface="Arial"/>
              <a:sym typeface="Arial"/>
            </a:endParaRPr>
          </a:p>
          <a:p>
            <a:pPr marL="0" marR="0" lvl="0" indent="0" algn="just" rtl="0">
              <a:spcBef>
                <a:spcPts val="0"/>
              </a:spcBef>
              <a:spcAft>
                <a:spcPts val="0"/>
              </a:spcAft>
              <a:buNone/>
            </a:pPr>
            <a:endParaRPr sz="2400" b="0" i="0" u="none" strike="noStrike" cap="none" dirty="0">
              <a:solidFill>
                <a:schemeClr val="dk1"/>
              </a:solidFill>
              <a:latin typeface="Arial"/>
              <a:ea typeface="Arial"/>
              <a:cs typeface="Arial"/>
              <a:sym typeface="Arial"/>
            </a:endParaRPr>
          </a:p>
          <a:p>
            <a:pPr marL="0" marR="0" lvl="0" indent="0" algn="just" rtl="0">
              <a:spcBef>
                <a:spcPts val="0"/>
              </a:spcBef>
              <a:spcAft>
                <a:spcPts val="0"/>
              </a:spcAft>
              <a:buNone/>
            </a:pPr>
            <a:endParaRPr sz="2400" b="0" i="0" u="none" strike="noStrike" cap="none" dirty="0">
              <a:solidFill>
                <a:schemeClr val="dk1"/>
              </a:solidFill>
              <a:latin typeface="Arial"/>
              <a:ea typeface="Arial"/>
              <a:cs typeface="Arial"/>
              <a:sym typeface="Arial"/>
            </a:endParaRPr>
          </a:p>
          <a:p>
            <a:pPr marL="0" marR="0" lvl="0" indent="0" algn="just" rtl="0">
              <a:spcBef>
                <a:spcPts val="0"/>
              </a:spcBef>
              <a:spcAft>
                <a:spcPts val="0"/>
              </a:spcAft>
              <a:buNone/>
            </a:pPr>
            <a:endParaRPr sz="2400" b="0" i="0" u="none" strike="noStrike" cap="none" dirty="0">
              <a:solidFill>
                <a:schemeClr val="dk1"/>
              </a:solidFill>
              <a:latin typeface="Arial"/>
              <a:ea typeface="Arial"/>
              <a:cs typeface="Arial"/>
              <a:sym typeface="Arial"/>
            </a:endParaRPr>
          </a:p>
          <a:p>
            <a:pPr marL="0" marR="0" lvl="0" indent="0" algn="just" rtl="0">
              <a:spcBef>
                <a:spcPts val="0"/>
              </a:spcBef>
              <a:spcAft>
                <a:spcPts val="0"/>
              </a:spcAft>
              <a:buNone/>
            </a:pPr>
            <a:endParaRPr sz="2400" b="0" i="0" u="none" strike="noStrike" cap="none" dirty="0">
              <a:solidFill>
                <a:schemeClr val="dk1"/>
              </a:solidFill>
              <a:latin typeface="Arial"/>
              <a:ea typeface="Arial"/>
              <a:cs typeface="Arial"/>
              <a:sym typeface="Arial"/>
            </a:endParaRPr>
          </a:p>
          <a:p>
            <a:pPr marL="0" marR="0" lvl="0" indent="0" algn="just" rtl="0">
              <a:spcBef>
                <a:spcPts val="0"/>
              </a:spcBef>
              <a:spcAft>
                <a:spcPts val="0"/>
              </a:spcAft>
              <a:buNone/>
            </a:pPr>
            <a:endParaRPr sz="2400" b="0" i="0" u="none" strike="noStrike" cap="none" dirty="0">
              <a:solidFill>
                <a:schemeClr val="dk1"/>
              </a:solidFill>
              <a:latin typeface="Arial"/>
              <a:ea typeface="Arial"/>
              <a:cs typeface="Arial"/>
              <a:sym typeface="Arial"/>
            </a:endParaRPr>
          </a:p>
          <a:p>
            <a:pPr marL="0" marR="0" lvl="0" indent="0" algn="just" rtl="0">
              <a:spcBef>
                <a:spcPts val="0"/>
              </a:spcBef>
              <a:spcAft>
                <a:spcPts val="0"/>
              </a:spcAft>
              <a:buNone/>
            </a:pPr>
            <a:endParaRPr sz="2400" b="0" i="0" u="none" strike="noStrike" cap="none" dirty="0">
              <a:solidFill>
                <a:schemeClr val="dk1"/>
              </a:solidFill>
              <a:latin typeface="Arial"/>
              <a:ea typeface="Arial"/>
              <a:cs typeface="Arial"/>
              <a:sym typeface="Arial"/>
            </a:endParaRPr>
          </a:p>
          <a:p>
            <a:pPr marL="0" marR="0" lvl="0" indent="0" algn="just" rtl="0">
              <a:spcBef>
                <a:spcPts val="0"/>
              </a:spcBef>
              <a:spcAft>
                <a:spcPts val="0"/>
              </a:spcAft>
              <a:buNone/>
            </a:pPr>
            <a:endParaRPr sz="2400" b="0" i="0" u="none" strike="noStrike" cap="none" dirty="0">
              <a:solidFill>
                <a:schemeClr val="dk1"/>
              </a:solidFill>
              <a:latin typeface="Arial"/>
              <a:ea typeface="Arial"/>
              <a:cs typeface="Arial"/>
              <a:sym typeface="Arial"/>
            </a:endParaRPr>
          </a:p>
          <a:p>
            <a:pPr marL="0" marR="0" lvl="0" indent="0" algn="just" rtl="0">
              <a:spcBef>
                <a:spcPts val="0"/>
              </a:spcBef>
              <a:spcAft>
                <a:spcPts val="0"/>
              </a:spcAft>
              <a:buNone/>
            </a:pPr>
            <a:endParaRPr sz="2400" b="0" i="0" u="none" strike="noStrike" cap="none" dirty="0">
              <a:solidFill>
                <a:schemeClr val="dk1"/>
              </a:solidFill>
              <a:latin typeface="Arial"/>
              <a:ea typeface="Arial"/>
              <a:cs typeface="Arial"/>
              <a:sym typeface="Arial"/>
            </a:endParaRPr>
          </a:p>
          <a:p>
            <a:pPr marL="0" marR="0" lvl="0" indent="0" algn="just" rtl="0">
              <a:spcBef>
                <a:spcPts val="0"/>
              </a:spcBef>
              <a:spcAft>
                <a:spcPts val="0"/>
              </a:spcAft>
              <a:buNone/>
            </a:pPr>
            <a:endParaRPr sz="2400" b="0" i="0" u="none" strike="noStrike" cap="none" dirty="0">
              <a:solidFill>
                <a:schemeClr val="dk1"/>
              </a:solidFill>
              <a:latin typeface="Arial"/>
              <a:ea typeface="Arial"/>
              <a:cs typeface="Arial"/>
              <a:sym typeface="Arial"/>
            </a:endParaRPr>
          </a:p>
          <a:p>
            <a:pPr marL="0" marR="0" lvl="0" indent="0" algn="just" rtl="0">
              <a:spcBef>
                <a:spcPts val="0"/>
              </a:spcBef>
              <a:spcAft>
                <a:spcPts val="0"/>
              </a:spcAft>
              <a:buNone/>
            </a:pPr>
            <a:endParaRPr sz="2400" b="0" i="0" u="none" strike="noStrike" cap="none" dirty="0">
              <a:solidFill>
                <a:schemeClr val="dk1"/>
              </a:solidFill>
              <a:latin typeface="Arial"/>
              <a:ea typeface="Arial"/>
              <a:cs typeface="Arial"/>
              <a:sym typeface="Arial"/>
            </a:endParaRPr>
          </a:p>
          <a:p>
            <a:pPr marL="0" marR="0" lvl="0" indent="0" algn="just" rtl="0">
              <a:spcBef>
                <a:spcPts val="0"/>
              </a:spcBef>
              <a:spcAft>
                <a:spcPts val="0"/>
              </a:spcAft>
              <a:buNone/>
            </a:pPr>
            <a:endParaRPr sz="2400" b="0" i="0" u="none" strike="noStrike" cap="none" dirty="0">
              <a:solidFill>
                <a:schemeClr val="dk1"/>
              </a:solidFill>
              <a:latin typeface="Arial"/>
              <a:ea typeface="Arial"/>
              <a:cs typeface="Arial"/>
              <a:sym typeface="Arial"/>
            </a:endParaRPr>
          </a:p>
        </p:txBody>
      </p:sp>
      <p:sp>
        <p:nvSpPr>
          <p:cNvPr id="199" name="Google Shape;199;p1"/>
          <p:cNvSpPr txBox="1"/>
          <p:nvPr/>
        </p:nvSpPr>
        <p:spPr>
          <a:xfrm>
            <a:off x="12696825" y="26352797"/>
            <a:ext cx="11928475" cy="501650"/>
          </a:xfrm>
          <a:prstGeom prst="rect">
            <a:avLst/>
          </a:prstGeom>
          <a:solidFill>
            <a:srgbClr val="0099CC"/>
          </a:solidFill>
          <a:ln>
            <a:noFill/>
          </a:ln>
        </p:spPr>
        <p:txBody>
          <a:bodyPr spcFirstLastPara="1" wrap="square" lIns="70300" tIns="35125" rIns="70300" bIns="35125" anchor="t" anchorCtr="0">
            <a:spAutoFit/>
          </a:bodyPr>
          <a:lstStyle/>
          <a:p>
            <a:pPr marL="0" marR="0" lvl="0" indent="0" algn="ctr" rtl="0">
              <a:spcBef>
                <a:spcPts val="0"/>
              </a:spcBef>
              <a:spcAft>
                <a:spcPts val="0"/>
              </a:spcAft>
              <a:buNone/>
            </a:pPr>
            <a:r>
              <a:rPr lang="tr-TR" sz="2800" b="1" i="0" u="none" strike="noStrike" cap="none">
                <a:solidFill>
                  <a:srgbClr val="F8F8F8"/>
                </a:solidFill>
                <a:latin typeface="Arial Narrow"/>
                <a:ea typeface="Arial Narrow"/>
                <a:cs typeface="Arial Narrow"/>
                <a:sym typeface="Arial Narrow"/>
              </a:rPr>
              <a:t>VI. SONUÇ VE ÇIKARIMLAR</a:t>
            </a:r>
            <a:endParaRPr/>
          </a:p>
        </p:txBody>
      </p:sp>
      <p:sp>
        <p:nvSpPr>
          <p:cNvPr id="200" name="Google Shape;200;p1"/>
          <p:cNvSpPr txBox="1"/>
          <p:nvPr/>
        </p:nvSpPr>
        <p:spPr>
          <a:xfrm>
            <a:off x="18698687" y="27215754"/>
            <a:ext cx="5892371" cy="3477835"/>
          </a:xfrm>
          <a:prstGeom prst="rect">
            <a:avLst/>
          </a:prstGeom>
          <a:solidFill>
            <a:srgbClr val="CCCCCC"/>
          </a:solidFill>
          <a:ln w="9525" cap="flat" cmpd="sng">
            <a:solidFill>
              <a:schemeClr val="accent5"/>
            </a:solidFill>
            <a:prstDash val="solid"/>
            <a:miter lim="8000"/>
            <a:headEnd type="none" w="sm" len="sm"/>
            <a:tailEnd type="none" w="sm" len="sm"/>
          </a:ln>
        </p:spPr>
        <p:txBody>
          <a:bodyPr spcFirstLastPara="1" wrap="square" lIns="91425" tIns="45700" rIns="91425" bIns="45700" anchor="t" anchorCtr="0">
            <a:spAutoFit/>
          </a:bodyPr>
          <a:lstStyle/>
          <a:p>
            <a:pPr lvl="0" algn="just"/>
            <a:r>
              <a:rPr lang="tr-TR" sz="2400" b="0" i="0" u="none" strike="noStrike" cap="none" dirty="0">
                <a:solidFill>
                  <a:schemeClr val="dk1"/>
                </a:solidFill>
                <a:latin typeface="Arial"/>
                <a:ea typeface="Arial"/>
                <a:cs typeface="Arial"/>
                <a:sym typeface="Arial"/>
              </a:rPr>
              <a:t>	</a:t>
            </a:r>
            <a:r>
              <a:rPr lang="tr-TR" dirty="0"/>
              <a:t> Bu çalışmada, e-ticaret platformlarında kullanıcı deneyimini doğrudan baltalayan metin tabanlı arama kısıtlamalarına karşı derin öğrenme ve kural tabanlı yapay zekayı harmanlayan güçlü bir hibrit yaklaşım başarıyla </a:t>
            </a:r>
            <a:r>
              <a:rPr lang="tr-TR" dirty="0" err="1"/>
              <a:t>prototiplenmiştir</a:t>
            </a:r>
            <a:r>
              <a:rPr lang="tr-TR" dirty="0"/>
              <a:t>. Elde edilen deneysel bulgular, ResNet50 tabanlı öznitelik çıkarımı ile kosinüs benzerliği matrislerinin bellek içi (</a:t>
            </a:r>
            <a:r>
              <a:rPr lang="tr-TR" dirty="0" err="1"/>
              <a:t>In</a:t>
            </a:r>
            <a:r>
              <a:rPr lang="tr-TR" dirty="0"/>
              <a:t>-Memory) işlenmesi sayesinde gerçek zamanlı sistemlerde milisaniyeler seviyesinde (175.3 </a:t>
            </a:r>
            <a:r>
              <a:rPr lang="tr-TR" dirty="0" err="1"/>
              <a:t>ms</a:t>
            </a:r>
            <a:r>
              <a:rPr lang="tr-TR" dirty="0"/>
              <a:t>) kesintisiz bir performans elde edilebileceğini kanıtlamaktadır. Geliştirilen çok kriterli sezgisel kombin puanlama fonksiyonunun, kategoriler arası geçişlerde tarz, cinsiyet ve renk uyumunu %98.34 gibi yüksek bir isabet oranıyla koruduğu gözlemlenmiştir. Sonuç olarak bu proje; akademik UML modellemelerinden kullanıcı odaklı UX tasarımlarına kadar bütüncül bir yazılım mühendisliği metodolojisi sunarak, görsel moda arama ve akıllı kombin sistemlerinin endüstriyel ölçekte nasıl kurgulanabileceğine dair kararlı ve genişletilebilir bir çerçeve ortaya koymaktadır.</a:t>
            </a:r>
            <a:endParaRPr dirty="0"/>
          </a:p>
        </p:txBody>
      </p:sp>
      <p:sp>
        <p:nvSpPr>
          <p:cNvPr id="201" name="Google Shape;201;p1"/>
          <p:cNvSpPr txBox="1"/>
          <p:nvPr/>
        </p:nvSpPr>
        <p:spPr>
          <a:xfrm>
            <a:off x="12764887" y="32752152"/>
            <a:ext cx="11928475" cy="501650"/>
          </a:xfrm>
          <a:prstGeom prst="rect">
            <a:avLst/>
          </a:prstGeom>
          <a:solidFill>
            <a:srgbClr val="0099CC"/>
          </a:solidFill>
          <a:ln>
            <a:noFill/>
          </a:ln>
        </p:spPr>
        <p:txBody>
          <a:bodyPr spcFirstLastPara="1" wrap="square" lIns="70300" tIns="35125" rIns="70300" bIns="35125" anchor="t" anchorCtr="0">
            <a:spAutoFit/>
          </a:bodyPr>
          <a:lstStyle/>
          <a:p>
            <a:pPr marL="0" marR="0" lvl="0" indent="0" algn="ctr" rtl="0">
              <a:spcBef>
                <a:spcPts val="0"/>
              </a:spcBef>
              <a:spcAft>
                <a:spcPts val="0"/>
              </a:spcAft>
              <a:buNone/>
            </a:pPr>
            <a:r>
              <a:rPr lang="tr-TR" sz="2800" b="1" i="0" u="none" strike="noStrike" cap="none">
                <a:solidFill>
                  <a:srgbClr val="F8F8F8"/>
                </a:solidFill>
                <a:latin typeface="Arial Narrow"/>
                <a:ea typeface="Arial Narrow"/>
                <a:cs typeface="Arial Narrow"/>
                <a:sym typeface="Arial Narrow"/>
              </a:rPr>
              <a:t>KAYNAKLAR</a:t>
            </a:r>
            <a:endParaRPr/>
          </a:p>
        </p:txBody>
      </p:sp>
      <p:sp>
        <p:nvSpPr>
          <p:cNvPr id="202" name="Google Shape;202;p1"/>
          <p:cNvSpPr txBox="1"/>
          <p:nvPr/>
        </p:nvSpPr>
        <p:spPr>
          <a:xfrm>
            <a:off x="12661468" y="33318867"/>
            <a:ext cx="12001932" cy="2308284"/>
          </a:xfrm>
          <a:prstGeom prst="rect">
            <a:avLst/>
          </a:prstGeom>
          <a:solidFill>
            <a:srgbClr val="CCCCCC"/>
          </a:solidFill>
          <a:ln w="9525" cap="flat" cmpd="sng">
            <a:solidFill>
              <a:schemeClr val="accent5"/>
            </a:solidFill>
            <a:prstDash val="solid"/>
            <a:miter lim="8000"/>
            <a:headEnd type="none" w="sm" len="sm"/>
            <a:tailEnd type="none" w="sm" len="sm"/>
          </a:ln>
        </p:spPr>
        <p:txBody>
          <a:bodyPr spcFirstLastPara="1" wrap="square" lIns="91425" tIns="45700" rIns="91425" bIns="45700" anchor="t" anchorCtr="0">
            <a:spAutoFit/>
          </a:bodyPr>
          <a:lstStyle/>
          <a:p>
            <a:pPr marL="742950" marR="0" lvl="1" indent="0" algn="just" rtl="0">
              <a:spcBef>
                <a:spcPts val="0"/>
              </a:spcBef>
              <a:spcAft>
                <a:spcPts val="0"/>
              </a:spcAft>
              <a:buNone/>
            </a:pPr>
            <a:endParaRPr sz="2300" b="0" i="0" u="none" strike="noStrike" cap="none" dirty="0">
              <a:solidFill>
                <a:schemeClr val="dk1"/>
              </a:solidFill>
              <a:latin typeface="Times New Roman"/>
              <a:ea typeface="Times New Roman"/>
              <a:cs typeface="Times New Roman"/>
              <a:sym typeface="Times New Roman"/>
            </a:endParaRPr>
          </a:p>
          <a:p>
            <a:pPr marL="285750" indent="-285750">
              <a:buFont typeface="Arial" panose="020B0604020202020204" pitchFamily="34" charset="0"/>
              <a:buChar char="•"/>
            </a:pPr>
            <a:r>
              <a:rPr lang="tr-TR" dirty="0" err="1"/>
              <a:t>Jo</a:t>
            </a:r>
            <a:r>
              <a:rPr lang="tr-TR" dirty="0"/>
              <a:t>, Y., </a:t>
            </a:r>
            <a:r>
              <a:rPr lang="tr-TR" dirty="0" err="1"/>
              <a:t>Wi</a:t>
            </a:r>
            <a:r>
              <a:rPr lang="tr-TR" dirty="0"/>
              <a:t>, J., Kim, M., &amp; Lee, J. Y. (2020). </a:t>
            </a:r>
            <a:r>
              <a:rPr lang="tr-TR" dirty="0" err="1"/>
              <a:t>Flexible</a:t>
            </a:r>
            <a:r>
              <a:rPr lang="tr-TR" dirty="0"/>
              <a:t> </a:t>
            </a:r>
            <a:r>
              <a:rPr lang="tr-TR" dirty="0" err="1"/>
              <a:t>fashion</a:t>
            </a:r>
            <a:r>
              <a:rPr lang="tr-TR" dirty="0"/>
              <a:t> </a:t>
            </a:r>
            <a:r>
              <a:rPr lang="tr-TR" dirty="0" err="1"/>
              <a:t>product</a:t>
            </a:r>
            <a:r>
              <a:rPr lang="tr-TR" dirty="0"/>
              <a:t> </a:t>
            </a:r>
            <a:r>
              <a:rPr lang="tr-TR" dirty="0" err="1"/>
              <a:t>retrieval</a:t>
            </a:r>
            <a:r>
              <a:rPr lang="tr-TR" dirty="0"/>
              <a:t> </a:t>
            </a:r>
            <a:r>
              <a:rPr lang="tr-TR" dirty="0" err="1"/>
              <a:t>using</a:t>
            </a:r>
            <a:r>
              <a:rPr lang="tr-TR" dirty="0"/>
              <a:t> </a:t>
            </a:r>
            <a:r>
              <a:rPr lang="tr-TR" dirty="0" err="1"/>
              <a:t>multimodality-based</a:t>
            </a:r>
            <a:r>
              <a:rPr lang="tr-TR" dirty="0"/>
              <a:t> </a:t>
            </a:r>
            <a:r>
              <a:rPr lang="tr-TR" dirty="0" err="1"/>
              <a:t>deep</a:t>
            </a:r>
            <a:r>
              <a:rPr lang="tr-TR" dirty="0"/>
              <a:t> </a:t>
            </a:r>
            <a:r>
              <a:rPr lang="tr-TR" dirty="0" err="1"/>
              <a:t>learning</a:t>
            </a:r>
            <a:r>
              <a:rPr lang="tr-TR" dirty="0"/>
              <a:t>. </a:t>
            </a:r>
            <a:r>
              <a:rPr lang="tr-TR" i="1" dirty="0" err="1"/>
              <a:t>Applied</a:t>
            </a:r>
            <a:r>
              <a:rPr lang="tr-TR" i="1" dirty="0"/>
              <a:t> </a:t>
            </a:r>
            <a:r>
              <a:rPr lang="tr-TR" i="1" dirty="0" err="1"/>
              <a:t>Sciences</a:t>
            </a:r>
            <a:r>
              <a:rPr lang="tr-TR" dirty="0"/>
              <a:t>, </a:t>
            </a:r>
            <a:r>
              <a:rPr lang="tr-TR" i="1" dirty="0"/>
              <a:t>10</a:t>
            </a:r>
            <a:r>
              <a:rPr lang="tr-TR" dirty="0"/>
              <a:t>(5), 1–17.</a:t>
            </a:r>
          </a:p>
          <a:p>
            <a:endParaRPr lang="tr-TR" dirty="0"/>
          </a:p>
          <a:p>
            <a:pPr marL="285750" indent="-285750">
              <a:buFont typeface="Arial" panose="020B0604020202020204" pitchFamily="34" charset="0"/>
              <a:buChar char="•"/>
            </a:pPr>
            <a:r>
              <a:rPr lang="tr-TR" dirty="0"/>
              <a:t>Park, S., </a:t>
            </a:r>
            <a:r>
              <a:rPr lang="tr-TR" dirty="0" err="1"/>
              <a:t>Shin</a:t>
            </a:r>
            <a:r>
              <a:rPr lang="tr-TR" dirty="0"/>
              <a:t>, M., Ham, S., </a:t>
            </a:r>
            <a:r>
              <a:rPr lang="tr-TR" dirty="0" err="1"/>
              <a:t>Choe</a:t>
            </a:r>
            <a:r>
              <a:rPr lang="tr-TR" dirty="0"/>
              <a:t>, S., &amp; </a:t>
            </a:r>
            <a:r>
              <a:rPr lang="tr-TR" dirty="0" err="1"/>
              <a:t>Kang</a:t>
            </a:r>
            <a:r>
              <a:rPr lang="tr-TR" dirty="0"/>
              <a:t>, Y. (2019). </a:t>
            </a:r>
            <a:r>
              <a:rPr lang="tr-TR" dirty="0" err="1"/>
              <a:t>Study</a:t>
            </a:r>
            <a:r>
              <a:rPr lang="tr-TR" dirty="0"/>
              <a:t> on </a:t>
            </a:r>
            <a:r>
              <a:rPr lang="tr-TR" dirty="0" err="1"/>
              <a:t>fashion</a:t>
            </a:r>
            <a:r>
              <a:rPr lang="tr-TR" dirty="0"/>
              <a:t> </a:t>
            </a:r>
            <a:r>
              <a:rPr lang="tr-TR" dirty="0" err="1"/>
              <a:t>image</a:t>
            </a:r>
            <a:r>
              <a:rPr lang="tr-TR" dirty="0"/>
              <a:t> </a:t>
            </a:r>
            <a:r>
              <a:rPr lang="tr-TR" dirty="0" err="1"/>
              <a:t>retrieval</a:t>
            </a:r>
            <a:r>
              <a:rPr lang="tr-TR" dirty="0"/>
              <a:t> </a:t>
            </a:r>
            <a:r>
              <a:rPr lang="tr-TR" dirty="0" err="1"/>
              <a:t>methods</a:t>
            </a:r>
            <a:r>
              <a:rPr lang="tr-TR" dirty="0"/>
              <a:t> </a:t>
            </a:r>
            <a:r>
              <a:rPr lang="tr-TR" dirty="0" err="1"/>
              <a:t>for</a:t>
            </a:r>
            <a:r>
              <a:rPr lang="tr-TR" dirty="0"/>
              <a:t> </a:t>
            </a:r>
            <a:r>
              <a:rPr lang="tr-TR" dirty="0" err="1"/>
              <a:t>efficient</a:t>
            </a:r>
            <a:r>
              <a:rPr lang="tr-TR" dirty="0"/>
              <a:t> </a:t>
            </a:r>
            <a:r>
              <a:rPr lang="tr-TR" dirty="0" err="1"/>
              <a:t>fashion</a:t>
            </a:r>
            <a:r>
              <a:rPr lang="tr-TR" dirty="0"/>
              <a:t> </a:t>
            </a:r>
            <a:r>
              <a:rPr lang="tr-TR" dirty="0" err="1"/>
              <a:t>visual</a:t>
            </a:r>
            <a:r>
              <a:rPr lang="tr-TR" dirty="0"/>
              <a:t> </a:t>
            </a:r>
            <a:r>
              <a:rPr lang="tr-TR" dirty="0" err="1"/>
              <a:t>search</a:t>
            </a:r>
            <a:r>
              <a:rPr lang="tr-TR" dirty="0"/>
              <a:t>. </a:t>
            </a:r>
            <a:r>
              <a:rPr lang="tr-TR" i="1" dirty="0" err="1"/>
              <a:t>Proceedings</a:t>
            </a:r>
            <a:r>
              <a:rPr lang="tr-TR" i="1" dirty="0"/>
              <a:t> of </a:t>
            </a:r>
            <a:r>
              <a:rPr lang="tr-TR" i="1" dirty="0" err="1"/>
              <a:t>the</a:t>
            </a:r>
            <a:r>
              <a:rPr lang="tr-TR" i="1" dirty="0"/>
              <a:t> IEEE/CVF Conference on </a:t>
            </a:r>
            <a:r>
              <a:rPr lang="tr-TR" i="1" dirty="0" err="1"/>
              <a:t>Computer</a:t>
            </a:r>
            <a:r>
              <a:rPr lang="tr-TR" i="1" dirty="0"/>
              <a:t> </a:t>
            </a:r>
            <a:r>
              <a:rPr lang="tr-TR" i="1" dirty="0" err="1"/>
              <a:t>Vision</a:t>
            </a:r>
            <a:r>
              <a:rPr lang="tr-TR" i="1" dirty="0"/>
              <a:t> </a:t>
            </a:r>
            <a:r>
              <a:rPr lang="tr-TR" i="1" dirty="0" err="1"/>
              <a:t>and</a:t>
            </a:r>
            <a:r>
              <a:rPr lang="tr-TR" i="1" dirty="0"/>
              <a:t> </a:t>
            </a:r>
            <a:r>
              <a:rPr lang="tr-TR" i="1" dirty="0" err="1"/>
              <a:t>Pattern</a:t>
            </a:r>
            <a:r>
              <a:rPr lang="tr-TR" i="1" dirty="0"/>
              <a:t> </a:t>
            </a:r>
            <a:r>
              <a:rPr lang="tr-TR" i="1" dirty="0" err="1"/>
              <a:t>Recognition</a:t>
            </a:r>
            <a:r>
              <a:rPr lang="tr-TR" i="1" dirty="0"/>
              <a:t> </a:t>
            </a:r>
            <a:r>
              <a:rPr lang="tr-TR" i="1" dirty="0" err="1"/>
              <a:t>Workshops</a:t>
            </a:r>
            <a:r>
              <a:rPr lang="tr-TR" i="1" dirty="0"/>
              <a:t> (CVPRW)</a:t>
            </a:r>
            <a:r>
              <a:rPr lang="tr-TR" dirty="0"/>
              <a:t>, </a:t>
            </a:r>
            <a:r>
              <a:rPr lang="tr-TR" dirty="0" err="1"/>
              <a:t>Long</a:t>
            </a:r>
            <a:r>
              <a:rPr lang="tr-TR" dirty="0"/>
              <a:t> </a:t>
            </a:r>
            <a:r>
              <a:rPr lang="tr-TR" dirty="0" err="1"/>
              <a:t>Beach</a:t>
            </a:r>
            <a:r>
              <a:rPr lang="tr-TR" dirty="0"/>
              <a:t>, CA, USA.</a:t>
            </a:r>
          </a:p>
          <a:p>
            <a:endParaRPr lang="tr-TR" dirty="0"/>
          </a:p>
          <a:p>
            <a:pPr marL="285750" indent="-285750">
              <a:buFont typeface="Arial" panose="020B0604020202020204" pitchFamily="34" charset="0"/>
              <a:buChar char="•"/>
            </a:pPr>
            <a:r>
              <a:rPr lang="tr-TR" dirty="0"/>
              <a:t>Wikipedia. (2024). </a:t>
            </a:r>
            <a:r>
              <a:rPr lang="tr-TR" i="1" dirty="0" err="1"/>
              <a:t>Unified</a:t>
            </a:r>
            <a:r>
              <a:rPr lang="tr-TR" i="1" dirty="0"/>
              <a:t> </a:t>
            </a:r>
            <a:r>
              <a:rPr lang="tr-TR" i="1" dirty="0" err="1"/>
              <a:t>modeling</a:t>
            </a:r>
            <a:r>
              <a:rPr lang="tr-TR" i="1" dirty="0"/>
              <a:t> </a:t>
            </a:r>
            <a:r>
              <a:rPr lang="tr-TR" i="1" dirty="0" err="1"/>
              <a:t>language</a:t>
            </a:r>
            <a:r>
              <a:rPr lang="tr-TR" dirty="0"/>
              <a:t>. </a:t>
            </a:r>
            <a:r>
              <a:rPr lang="tr-TR" dirty="0">
                <a:hlinkClick r:id="rId3"/>
              </a:rPr>
              <a:t>https://en.wikipedia.org/wiki/Unified_Modeling_Language</a:t>
            </a:r>
            <a:endParaRPr lang="tr-TR" dirty="0"/>
          </a:p>
          <a:p>
            <a:pPr marL="342900" marR="0" lvl="0" indent="-196850" algn="just" rtl="0">
              <a:spcBef>
                <a:spcPts val="0"/>
              </a:spcBef>
              <a:spcAft>
                <a:spcPts val="0"/>
              </a:spcAft>
              <a:buClr>
                <a:schemeClr val="dk1"/>
              </a:buClr>
              <a:buSzPts val="2300"/>
              <a:buFont typeface="Arial"/>
              <a:buNone/>
            </a:pPr>
            <a:endParaRPr sz="2300" b="0" i="0" u="none" strike="noStrike" cap="none" dirty="0">
              <a:solidFill>
                <a:schemeClr val="dk1"/>
              </a:solidFill>
              <a:latin typeface="Times New Roman"/>
              <a:ea typeface="Times New Roman"/>
              <a:cs typeface="Times New Roman"/>
              <a:sym typeface="Times New Roman"/>
            </a:endParaRPr>
          </a:p>
        </p:txBody>
      </p:sp>
      <p:sp>
        <p:nvSpPr>
          <p:cNvPr id="203" name="Google Shape;203;p1"/>
          <p:cNvSpPr txBox="1"/>
          <p:nvPr/>
        </p:nvSpPr>
        <p:spPr>
          <a:xfrm>
            <a:off x="0" y="2383940"/>
            <a:ext cx="25184100" cy="1939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tr-TR" sz="6000" b="0" i="0" u="none" strike="noStrike" cap="none">
                <a:solidFill>
                  <a:srgbClr val="002060"/>
                </a:solidFill>
                <a:latin typeface="Arial"/>
                <a:ea typeface="Arial"/>
                <a:cs typeface="Arial"/>
                <a:sym typeface="Arial"/>
              </a:rPr>
              <a:t>İstanbul Topkapı Üniversitesi  Mühendislik ve Doğa Bilimleri Fakültesi </a:t>
            </a:r>
            <a:endParaRPr/>
          </a:p>
          <a:p>
            <a:pPr marL="0" marR="0" lvl="0" indent="0" algn="ctr" rtl="0">
              <a:spcBef>
                <a:spcPts val="0"/>
              </a:spcBef>
              <a:spcAft>
                <a:spcPts val="0"/>
              </a:spcAft>
              <a:buNone/>
            </a:pPr>
            <a:r>
              <a:rPr lang="tr-TR" sz="6000">
                <a:solidFill>
                  <a:srgbClr val="002060"/>
                </a:solidFill>
              </a:rPr>
              <a:t>Yazılım</a:t>
            </a:r>
            <a:r>
              <a:rPr lang="tr-TR" sz="6000" b="0" i="0" u="none" strike="noStrike" cap="none">
                <a:solidFill>
                  <a:srgbClr val="002060"/>
                </a:solidFill>
                <a:latin typeface="Arial"/>
                <a:ea typeface="Arial"/>
                <a:cs typeface="Arial"/>
                <a:sym typeface="Arial"/>
              </a:rPr>
              <a:t> Mühendisliği Bitirme Projesi</a:t>
            </a:r>
            <a:endParaRPr/>
          </a:p>
        </p:txBody>
      </p:sp>
      <p:pic>
        <p:nvPicPr>
          <p:cNvPr id="204" name="Google Shape;204;p1"/>
          <p:cNvPicPr preferRelativeResize="0"/>
          <p:nvPr/>
        </p:nvPicPr>
        <p:blipFill rotWithShape="1">
          <a:blip r:embed="rId4">
            <a:alphaModFix/>
          </a:blip>
          <a:srcRect/>
          <a:stretch/>
        </p:blipFill>
        <p:spPr>
          <a:xfrm>
            <a:off x="6651035" y="24383422"/>
            <a:ext cx="5009324" cy="3241032"/>
          </a:xfrm>
          <a:prstGeom prst="roundRect">
            <a:avLst>
              <a:gd name="adj" fmla="val 16667"/>
            </a:avLst>
          </a:prstGeom>
          <a:noFill/>
          <a:ln>
            <a:noFill/>
          </a:ln>
          <a:effectLst>
            <a:outerShdw blurRad="152400" dist="12000" dir="900000" sy="98000" kx="110000" ky="200000" algn="tl" rotWithShape="0">
              <a:srgbClr val="000000">
                <a:alpha val="30196"/>
              </a:srgbClr>
            </a:outerShdw>
          </a:effectLst>
        </p:spPr>
      </p:pic>
      <p:pic>
        <p:nvPicPr>
          <p:cNvPr id="205" name="Google Shape;205;p1"/>
          <p:cNvPicPr preferRelativeResize="0"/>
          <p:nvPr/>
        </p:nvPicPr>
        <p:blipFill rotWithShape="1">
          <a:blip r:embed="rId5">
            <a:alphaModFix/>
          </a:blip>
          <a:srcRect/>
          <a:stretch/>
        </p:blipFill>
        <p:spPr>
          <a:xfrm>
            <a:off x="9802623" y="419242"/>
            <a:ext cx="5271648" cy="1888352"/>
          </a:xfrm>
          <a:prstGeom prst="rect">
            <a:avLst/>
          </a:prstGeom>
          <a:noFill/>
          <a:ln>
            <a:noFill/>
          </a:ln>
        </p:spPr>
      </p:pic>
      <p:pic>
        <p:nvPicPr>
          <p:cNvPr id="206" name="Google Shape;206;p1"/>
          <p:cNvPicPr preferRelativeResize="0"/>
          <p:nvPr/>
        </p:nvPicPr>
        <p:blipFill rotWithShape="1">
          <a:blip r:embed="rId6">
            <a:alphaModFix/>
          </a:blip>
          <a:srcRect/>
          <a:stretch/>
        </p:blipFill>
        <p:spPr>
          <a:xfrm>
            <a:off x="12753593" y="26972709"/>
            <a:ext cx="5855532" cy="5486132"/>
          </a:xfrm>
          <a:prstGeom prst="rect">
            <a:avLst/>
          </a:prstGeom>
          <a:noFill/>
          <a:ln>
            <a:noFill/>
          </a:ln>
        </p:spPr>
      </p:pic>
      <p:graphicFrame>
        <p:nvGraphicFramePr>
          <p:cNvPr id="207" name="Google Shape;207;p1"/>
          <p:cNvGraphicFramePr/>
          <p:nvPr>
            <p:extLst>
              <p:ext uri="{D42A27DB-BD31-4B8C-83A1-F6EECF244321}">
                <p14:modId xmlns:p14="http://schemas.microsoft.com/office/powerpoint/2010/main" val="1163978177"/>
              </p:ext>
            </p:extLst>
          </p:nvPr>
        </p:nvGraphicFramePr>
        <p:xfrm>
          <a:off x="13287145" y="21154071"/>
          <a:ext cx="10584330" cy="3398438"/>
        </p:xfrm>
        <a:graphic>
          <a:graphicData uri="http://schemas.openxmlformats.org/drawingml/2006/table">
            <a:tbl>
              <a:tblPr firstRow="1" bandRow="1">
                <a:noFill/>
                <a:tableStyleId>{B55D9319-DA72-4808-981E-F1AB7DF04885}</a:tableStyleId>
              </a:tblPr>
              <a:tblGrid>
                <a:gridCol w="1215807">
                  <a:extLst>
                    <a:ext uri="{9D8B030D-6E8A-4147-A177-3AD203B41FA5}">
                      <a16:colId xmlns:a16="http://schemas.microsoft.com/office/drawing/2014/main" val="20000"/>
                    </a:ext>
                  </a:extLst>
                </a:gridCol>
                <a:gridCol w="1948638">
                  <a:extLst>
                    <a:ext uri="{9D8B030D-6E8A-4147-A177-3AD203B41FA5}">
                      <a16:colId xmlns:a16="http://schemas.microsoft.com/office/drawing/2014/main" val="20001"/>
                    </a:ext>
                  </a:extLst>
                </a:gridCol>
                <a:gridCol w="1846399">
                  <a:extLst>
                    <a:ext uri="{9D8B030D-6E8A-4147-A177-3AD203B41FA5}">
                      <a16:colId xmlns:a16="http://schemas.microsoft.com/office/drawing/2014/main" val="20002"/>
                    </a:ext>
                  </a:extLst>
                </a:gridCol>
                <a:gridCol w="2097777">
                  <a:extLst>
                    <a:ext uri="{9D8B030D-6E8A-4147-A177-3AD203B41FA5}">
                      <a16:colId xmlns:a16="http://schemas.microsoft.com/office/drawing/2014/main" val="20003"/>
                    </a:ext>
                  </a:extLst>
                </a:gridCol>
                <a:gridCol w="1662295">
                  <a:extLst>
                    <a:ext uri="{9D8B030D-6E8A-4147-A177-3AD203B41FA5}">
                      <a16:colId xmlns:a16="http://schemas.microsoft.com/office/drawing/2014/main" val="20004"/>
                    </a:ext>
                  </a:extLst>
                </a:gridCol>
                <a:gridCol w="1813414">
                  <a:extLst>
                    <a:ext uri="{9D8B030D-6E8A-4147-A177-3AD203B41FA5}">
                      <a16:colId xmlns:a16="http://schemas.microsoft.com/office/drawing/2014/main" val="20005"/>
                    </a:ext>
                  </a:extLst>
                </a:gridCol>
              </a:tblGrid>
              <a:tr h="1081938">
                <a:tc>
                  <a:txBody>
                    <a:bodyPr/>
                    <a:lstStyle/>
                    <a:p>
                      <a:pPr marL="0" marR="0" lvl="0" indent="0" algn="l" rtl="0">
                        <a:spcBef>
                          <a:spcPts val="0"/>
                        </a:spcBef>
                        <a:spcAft>
                          <a:spcPts val="0"/>
                        </a:spcAft>
                        <a:buNone/>
                      </a:pPr>
                      <a:r>
                        <a:rPr lang="tr-TR" sz="1600" b="1" dirty="0"/>
                        <a:t>TEST NO</a:t>
                      </a:r>
                      <a:endParaRPr b="1" dirty="0"/>
                    </a:p>
                  </a:txBody>
                  <a:tcPr marL="91450" marR="91450" marT="45725" marB="45725"/>
                </a:tc>
                <a:tc>
                  <a:txBody>
                    <a:bodyPr/>
                    <a:lstStyle/>
                    <a:p>
                      <a:pPr marL="0" marR="0" lvl="0" indent="0" algn="l" rtl="0">
                        <a:spcBef>
                          <a:spcPts val="0"/>
                        </a:spcBef>
                        <a:spcAft>
                          <a:spcPts val="0"/>
                        </a:spcAft>
                        <a:buNone/>
                      </a:pPr>
                      <a:r>
                        <a:rPr lang="tr-TR" sz="1600" b="1" dirty="0"/>
                        <a:t>DEĞERLENDİRİLEN PARAMETRE</a:t>
                      </a:r>
                      <a:endParaRPr b="1" dirty="0"/>
                    </a:p>
                  </a:txBody>
                  <a:tcPr marL="91450" marR="91450" marT="45725" marB="45725"/>
                </a:tc>
                <a:tc>
                  <a:txBody>
                    <a:bodyPr/>
                    <a:lstStyle/>
                    <a:p>
                      <a:pPr marL="0" marR="0" lvl="0" indent="0" algn="l" rtl="0">
                        <a:spcBef>
                          <a:spcPts val="0"/>
                        </a:spcBef>
                        <a:spcAft>
                          <a:spcPts val="0"/>
                        </a:spcAft>
                        <a:buNone/>
                      </a:pPr>
                      <a:r>
                        <a:rPr lang="tr-TR" sz="1600" b="1" dirty="0"/>
                        <a:t>VERİ HAVUZU BOYUTU</a:t>
                      </a:r>
                      <a:endParaRPr b="1" dirty="0"/>
                    </a:p>
                  </a:txBody>
                  <a:tcPr marL="91450" marR="91450" marT="45725" marB="45725"/>
                </a:tc>
                <a:tc>
                  <a:txBody>
                    <a:bodyPr/>
                    <a:lstStyle/>
                    <a:p>
                      <a:pPr marL="0" marR="0" lvl="0" indent="0" algn="l" rtl="0">
                        <a:spcBef>
                          <a:spcPts val="0"/>
                        </a:spcBef>
                        <a:spcAft>
                          <a:spcPts val="0"/>
                        </a:spcAft>
                        <a:buNone/>
                      </a:pPr>
                      <a:r>
                        <a:rPr lang="tr-TR" b="1" dirty="0"/>
                        <a:t>TOP-5 HIT RATE (İSABET ORANI)</a:t>
                      </a:r>
                      <a:endParaRPr b="1" dirty="0"/>
                    </a:p>
                  </a:txBody>
                  <a:tcPr marL="91450" marR="91450" marT="45725" marB="45725"/>
                </a:tc>
                <a:tc>
                  <a:txBody>
                    <a:bodyPr/>
                    <a:lstStyle/>
                    <a:p>
                      <a:pPr marL="0" marR="0" lvl="0" indent="0" algn="l" rtl="0">
                        <a:spcBef>
                          <a:spcPts val="0"/>
                        </a:spcBef>
                        <a:spcAft>
                          <a:spcPts val="0"/>
                        </a:spcAft>
                        <a:buNone/>
                      </a:pPr>
                      <a:r>
                        <a:rPr lang="tr-TR" sz="1600" b="1" dirty="0"/>
                        <a:t>ORTALAMA HASSASİYET (AP)</a:t>
                      </a:r>
                    </a:p>
                  </a:txBody>
                  <a:tcPr marL="91450" marR="91450" marT="45725" marB="457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tr-TR" sz="1400" b="1" dirty="0"/>
                        <a:t>ORTALAMA TEPKİ SÜRESİ (LATENCY)</a:t>
                      </a:r>
                      <a:endParaRPr lang="tr-TR" b="1" dirty="0"/>
                    </a:p>
                    <a:p>
                      <a:pPr marL="0" marR="0" lvl="0" indent="0" algn="l" rtl="0">
                        <a:spcBef>
                          <a:spcPts val="0"/>
                        </a:spcBef>
                        <a:spcAft>
                          <a:spcPts val="0"/>
                        </a:spcAft>
                        <a:buNone/>
                      </a:pPr>
                      <a:endParaRPr b="1" dirty="0"/>
                    </a:p>
                  </a:txBody>
                  <a:tcPr marL="91450" marR="91450" marT="45725" marB="45725"/>
                </a:tc>
                <a:extLst>
                  <a:ext uri="{0D108BD9-81ED-4DB2-BD59-A6C34878D82A}">
                    <a16:rowId xmlns:a16="http://schemas.microsoft.com/office/drawing/2014/main" val="10000"/>
                  </a:ext>
                </a:extLst>
              </a:tr>
              <a:tr h="859240">
                <a:tc>
                  <a:txBody>
                    <a:bodyPr/>
                    <a:lstStyle/>
                    <a:p>
                      <a:pPr marL="0" marR="0" lvl="0" indent="0" algn="l" rtl="0">
                        <a:spcBef>
                          <a:spcPts val="0"/>
                        </a:spcBef>
                        <a:spcAft>
                          <a:spcPts val="0"/>
                        </a:spcAft>
                        <a:buNone/>
                      </a:pPr>
                      <a:r>
                        <a:rPr lang="tr-TR" sz="3000" dirty="0">
                          <a:solidFill>
                            <a:schemeClr val="dk1"/>
                          </a:solidFill>
                          <a:latin typeface="Calibri"/>
                          <a:ea typeface="Calibri"/>
                          <a:cs typeface="Calibri"/>
                          <a:sym typeface="Calibri"/>
                        </a:rPr>
                        <a:t>1</a:t>
                      </a:r>
                      <a:endParaRPr sz="3000" dirty="0">
                        <a:solidFill>
                          <a:schemeClr val="dk1"/>
                        </a:solidFill>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tr-TR" sz="2000" dirty="0"/>
                        <a:t>Görsel Benzerlik Araması (</a:t>
                      </a:r>
                      <a:r>
                        <a:rPr lang="tr-TR" sz="2000" b="0" i="0" u="none" strike="noStrike" cap="none" dirty="0">
                          <a:solidFill>
                            <a:schemeClr val="dk1"/>
                          </a:solidFill>
                          <a:latin typeface="Calibri"/>
                          <a:ea typeface="Calibri"/>
                          <a:cs typeface="Calibri"/>
                          <a:sym typeface="Arial"/>
                        </a:rPr>
                        <a:t>/</a:t>
                      </a:r>
                      <a:r>
                        <a:rPr lang="tr-TR" sz="2000" b="0" i="0" u="none" strike="noStrike" cap="none" dirty="0" err="1">
                          <a:solidFill>
                            <a:schemeClr val="dk1"/>
                          </a:solidFill>
                          <a:latin typeface="Calibri"/>
                          <a:ea typeface="Calibri"/>
                          <a:cs typeface="Calibri"/>
                          <a:sym typeface="Arial"/>
                        </a:rPr>
                        <a:t>search</a:t>
                      </a:r>
                      <a:r>
                        <a:rPr lang="tr-TR" sz="2000" dirty="0"/>
                        <a:t>)</a:t>
                      </a:r>
                      <a:endParaRPr sz="2000" dirty="0">
                        <a:solidFill>
                          <a:schemeClr val="dk1"/>
                        </a:solidFill>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tr-TR" sz="2000" b="0" dirty="0">
                          <a:solidFill>
                            <a:schemeClr val="dk1"/>
                          </a:solidFill>
                          <a:latin typeface="Calibri"/>
                          <a:ea typeface="Calibri"/>
                          <a:cs typeface="Calibri"/>
                          <a:sym typeface="Calibri"/>
                        </a:rPr>
                        <a:t>5000</a:t>
                      </a:r>
                      <a:endParaRPr sz="2000" b="0" dirty="0">
                        <a:solidFill>
                          <a:schemeClr val="dk1"/>
                        </a:solidFill>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tr-TR" sz="2000" dirty="0"/>
                        <a:t>%98.34</a:t>
                      </a:r>
                      <a:endParaRPr sz="2000" dirty="0">
                        <a:solidFill>
                          <a:schemeClr val="dk1"/>
                        </a:solidFill>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tr-TR" sz="2000" dirty="0"/>
                        <a:t>%91.73</a:t>
                      </a:r>
                      <a:endParaRPr sz="2000" dirty="0">
                        <a:solidFill>
                          <a:schemeClr val="dk1"/>
                        </a:solidFill>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tr-TR" sz="2000" dirty="0">
                          <a:solidFill>
                            <a:schemeClr val="dk1"/>
                          </a:solidFill>
                          <a:latin typeface="Calibri"/>
                          <a:ea typeface="Calibri"/>
                          <a:cs typeface="Calibri"/>
                          <a:sym typeface="Calibri"/>
                        </a:rPr>
                        <a:t>175.3ms</a:t>
                      </a:r>
                      <a:endParaRPr sz="2000" dirty="0">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07"/>
                  </a:ext>
                </a:extLst>
              </a:tr>
              <a:tr h="859240">
                <a:tc>
                  <a:txBody>
                    <a:bodyPr/>
                    <a:lstStyle/>
                    <a:p>
                      <a:pPr marL="0" marR="0" lvl="0" indent="0" algn="l" rtl="0">
                        <a:spcBef>
                          <a:spcPts val="0"/>
                        </a:spcBef>
                        <a:spcAft>
                          <a:spcPts val="0"/>
                        </a:spcAft>
                        <a:buNone/>
                      </a:pPr>
                      <a:r>
                        <a:rPr lang="tr-TR" sz="3000" dirty="0">
                          <a:solidFill>
                            <a:schemeClr val="dk1"/>
                          </a:solidFill>
                          <a:latin typeface="Calibri"/>
                          <a:ea typeface="Calibri"/>
                          <a:cs typeface="Calibri"/>
                          <a:sym typeface="Calibri"/>
                        </a:rPr>
                        <a:t>2</a:t>
                      </a:r>
                      <a:endParaRPr sz="3000" dirty="0">
                        <a:solidFill>
                          <a:schemeClr val="dk1"/>
                        </a:solidFill>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tr-TR" sz="2000" dirty="0"/>
                        <a:t>Akıllı Kombin Önerisi (</a:t>
                      </a:r>
                      <a:r>
                        <a:rPr lang="tr-TR" sz="2000" b="0" i="0" u="none" strike="noStrike" cap="none" dirty="0">
                          <a:solidFill>
                            <a:schemeClr val="dk1"/>
                          </a:solidFill>
                          <a:latin typeface="Calibri"/>
                          <a:ea typeface="Calibri"/>
                          <a:cs typeface="Calibri"/>
                          <a:sym typeface="Arial"/>
                        </a:rPr>
                        <a:t>/</a:t>
                      </a:r>
                      <a:r>
                        <a:rPr lang="tr-TR" sz="2000" b="0" i="0" u="none" strike="noStrike" cap="none" dirty="0" err="1">
                          <a:solidFill>
                            <a:schemeClr val="dk1"/>
                          </a:solidFill>
                          <a:latin typeface="Calibri"/>
                          <a:ea typeface="Calibri"/>
                          <a:cs typeface="Calibri"/>
                          <a:sym typeface="Arial"/>
                        </a:rPr>
                        <a:t>recommend-outfit</a:t>
                      </a:r>
                      <a:r>
                        <a:rPr lang="tr-TR" sz="2000" dirty="0"/>
                        <a:t>)</a:t>
                      </a:r>
                      <a:endParaRPr sz="2000" dirty="0">
                        <a:solidFill>
                          <a:schemeClr val="dk1"/>
                        </a:solidFill>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tr-TR" sz="2000" b="0" dirty="0">
                          <a:solidFill>
                            <a:schemeClr val="dk1"/>
                          </a:solidFill>
                          <a:latin typeface="Calibri"/>
                          <a:ea typeface="Calibri"/>
                          <a:cs typeface="Calibri"/>
                          <a:sym typeface="Calibri"/>
                        </a:rPr>
                        <a:t>5000</a:t>
                      </a:r>
                      <a:endParaRPr sz="2000" b="0" dirty="0">
                        <a:solidFill>
                          <a:schemeClr val="dk1"/>
                        </a:solidFill>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tr-TR" sz="2000" b="0" dirty="0"/>
                        <a:t>%98.34</a:t>
                      </a:r>
                      <a:endParaRPr sz="2000" b="0" dirty="0">
                        <a:solidFill>
                          <a:schemeClr val="dk1"/>
                        </a:solidFill>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tr-TR" sz="2000" dirty="0"/>
                        <a:t>%91.73</a:t>
                      </a:r>
                      <a:endParaRPr sz="2000" dirty="0">
                        <a:solidFill>
                          <a:schemeClr val="dk1"/>
                        </a:solidFill>
                        <a:latin typeface="Calibri"/>
                        <a:ea typeface="Calibri"/>
                        <a:cs typeface="Calibri"/>
                        <a:sym typeface="Calibri"/>
                      </a:endParaRPr>
                    </a:p>
                  </a:txBody>
                  <a:tcPr marL="91450" marR="91450" marT="45725" marB="45725"/>
                </a:tc>
                <a:tc>
                  <a:txBody>
                    <a:bodyPr/>
                    <a:lstStyle/>
                    <a:p>
                      <a:pPr marL="0" marR="0" lvl="0" indent="0" algn="l" rtl="0">
                        <a:spcBef>
                          <a:spcPts val="0"/>
                        </a:spcBef>
                        <a:spcAft>
                          <a:spcPts val="0"/>
                        </a:spcAft>
                        <a:buNone/>
                      </a:pPr>
                      <a:r>
                        <a:rPr lang="tr-TR" sz="2000" dirty="0">
                          <a:solidFill>
                            <a:schemeClr val="dk1"/>
                          </a:solidFill>
                          <a:latin typeface="Calibri"/>
                          <a:ea typeface="Calibri"/>
                          <a:cs typeface="Calibri"/>
                          <a:sym typeface="Calibri"/>
                        </a:rPr>
                        <a:t>175.3ms</a:t>
                      </a:r>
                      <a:endParaRPr sz="2000" dirty="0">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08"/>
                  </a:ext>
                </a:extLst>
              </a:tr>
            </a:tbl>
          </a:graphicData>
        </a:graphic>
      </p:graphicFrame>
      <p:pic>
        <p:nvPicPr>
          <p:cNvPr id="3" name="Resim 2">
            <a:extLst>
              <a:ext uri="{FF2B5EF4-FFF2-40B4-BE49-F238E27FC236}">
                <a16:creationId xmlns:a16="http://schemas.microsoft.com/office/drawing/2014/main" id="{FD160464-1435-A331-4CB8-1778A18265DF}"/>
              </a:ext>
            </a:extLst>
          </p:cNvPr>
          <p:cNvPicPr>
            <a:picLocks noChangeAspect="1"/>
          </p:cNvPicPr>
          <p:nvPr/>
        </p:nvPicPr>
        <p:blipFill>
          <a:blip r:embed="rId7"/>
          <a:stretch>
            <a:fillRect/>
          </a:stretch>
        </p:blipFill>
        <p:spPr>
          <a:xfrm>
            <a:off x="6023448" y="24422063"/>
            <a:ext cx="6264497" cy="3581204"/>
          </a:xfrm>
          <a:prstGeom prst="rect">
            <a:avLst/>
          </a:prstGeom>
        </p:spPr>
      </p:pic>
      <p:pic>
        <p:nvPicPr>
          <p:cNvPr id="5" name="Resim 4">
            <a:extLst>
              <a:ext uri="{FF2B5EF4-FFF2-40B4-BE49-F238E27FC236}">
                <a16:creationId xmlns:a16="http://schemas.microsoft.com/office/drawing/2014/main" id="{565A8CAD-5BB8-C630-E093-9109F2CE9BB6}"/>
              </a:ext>
            </a:extLst>
          </p:cNvPr>
          <p:cNvPicPr>
            <a:picLocks noChangeAspect="1"/>
          </p:cNvPicPr>
          <p:nvPr/>
        </p:nvPicPr>
        <p:blipFill>
          <a:blip r:embed="rId8"/>
          <a:stretch>
            <a:fillRect/>
          </a:stretch>
        </p:blipFill>
        <p:spPr>
          <a:xfrm>
            <a:off x="12778310" y="26935182"/>
            <a:ext cx="5801000" cy="5486132"/>
          </a:xfrm>
          <a:prstGeom prst="rect">
            <a:avLst/>
          </a:prstGeom>
        </p:spPr>
      </p:pic>
    </p:spTree>
  </p:cSld>
  <p:clrMapOvr>
    <a:masterClrMapping/>
  </p:clrMapOvr>
</p:sld>
</file>

<file path=ppt/theme/theme1.xml><?xml version="1.0" encoding="utf-8"?>
<a:theme xmlns:a="http://schemas.openxmlformats.org/drawingml/2006/main" name="Office Theme">
  <a:themeElements>
    <a:clrScheme name="Özel 1">
      <a:dk1>
        <a:srgbClr val="000000"/>
      </a:dk1>
      <a:lt1>
        <a:srgbClr val="000000"/>
      </a:lt1>
      <a:dk2>
        <a:srgbClr val="000000"/>
      </a:dk2>
      <a:lt2>
        <a:srgbClr val="000000"/>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eması">
  <a:themeElements>
    <a:clrScheme name="Office Teması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eması">
  <a:themeElements>
    <a:clrScheme name="Office Teması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eması">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1042</Words>
  <Application>Microsoft Office PowerPoint</Application>
  <PresentationFormat>Özel</PresentationFormat>
  <Paragraphs>92</Paragraphs>
  <Slides>1</Slides>
  <Notes>1</Notes>
  <HiddenSlides>0</HiddenSlides>
  <MMClips>0</MMClips>
  <ScaleCrop>false</ScaleCrop>
  <HeadingPairs>
    <vt:vector size="6" baseType="variant">
      <vt:variant>
        <vt:lpstr>Kullanılan Yazı Tipleri</vt:lpstr>
      </vt:variant>
      <vt:variant>
        <vt:i4>5</vt:i4>
      </vt:variant>
      <vt:variant>
        <vt:lpstr>Tema</vt:lpstr>
      </vt:variant>
      <vt:variant>
        <vt:i4>3</vt:i4>
      </vt:variant>
      <vt:variant>
        <vt:lpstr>Slayt Başlıkları</vt:lpstr>
      </vt:variant>
      <vt:variant>
        <vt:i4>1</vt:i4>
      </vt:variant>
    </vt:vector>
  </HeadingPairs>
  <TitlesOfParts>
    <vt:vector size="9" baseType="lpstr">
      <vt:lpstr>Arial</vt:lpstr>
      <vt:lpstr>Times New Roman</vt:lpstr>
      <vt:lpstr>Arial Black</vt:lpstr>
      <vt:lpstr>Calibri</vt:lpstr>
      <vt:lpstr>Arial Narrow</vt:lpstr>
      <vt:lpstr>Office Theme</vt:lpstr>
      <vt:lpstr>Office Teması</vt:lpstr>
      <vt:lpstr>Office Teması</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Hakan Yusufoğlu</dc:creator>
  <cp:lastModifiedBy>Talha Demirel</cp:lastModifiedBy>
  <cp:revision>1</cp:revision>
  <dcterms:created xsi:type="dcterms:W3CDTF">2005-05-18T01:24:28Z</dcterms:created>
  <dcterms:modified xsi:type="dcterms:W3CDTF">2026-06-18T23:23:45Z</dcterms:modified>
</cp:coreProperties>
</file>